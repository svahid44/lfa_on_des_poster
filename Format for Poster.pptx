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650" r:id="rId2"/>
    <p:sldMasterId id="2147483651" r:id="rId3"/>
  </p:sldMasterIdLst>
  <p:notesMasterIdLst>
    <p:notesMasterId r:id="rId5"/>
  </p:notesMasterIdLst>
  <p:sldIdLst>
    <p:sldId id="256" r:id="rId4"/>
  </p:sldIdLst>
  <p:sldSz cx="15122525" cy="21386800"/>
  <p:notesSz cx="6858000" cy="9144000"/>
  <p:defaultTextStyle>
    <a:defPPr>
      <a:defRPr lang="en-US"/>
    </a:defPPr>
    <a:lvl1pPr algn="l" rtl="0" fontAlgn="base">
      <a:spcBef>
        <a:spcPct val="0"/>
      </a:spcBef>
      <a:spcAft>
        <a:spcPct val="0"/>
      </a:spcAft>
      <a:defRPr sz="1200" kern="1200">
        <a:solidFill>
          <a:schemeClr val="tx1"/>
        </a:solidFill>
        <a:latin typeface="Arial Narrow" pitchFamily="34" charset="0"/>
        <a:ea typeface="MS PGothic" pitchFamily="34" charset="-128"/>
        <a:cs typeface="+mn-cs"/>
      </a:defRPr>
    </a:lvl1pPr>
    <a:lvl2pPr marL="227013" indent="95250" algn="l" rtl="0" fontAlgn="base">
      <a:spcBef>
        <a:spcPct val="0"/>
      </a:spcBef>
      <a:spcAft>
        <a:spcPct val="0"/>
      </a:spcAft>
      <a:defRPr sz="1200" kern="1200">
        <a:solidFill>
          <a:schemeClr val="tx1"/>
        </a:solidFill>
        <a:latin typeface="Arial Narrow" pitchFamily="34" charset="0"/>
        <a:ea typeface="MS PGothic" pitchFamily="34" charset="-128"/>
        <a:cs typeface="+mn-cs"/>
      </a:defRPr>
    </a:lvl2pPr>
    <a:lvl3pPr marL="455613" indent="188913" algn="l" rtl="0" fontAlgn="base">
      <a:spcBef>
        <a:spcPct val="0"/>
      </a:spcBef>
      <a:spcAft>
        <a:spcPct val="0"/>
      </a:spcAft>
      <a:defRPr sz="1200" kern="1200">
        <a:solidFill>
          <a:schemeClr val="tx1"/>
        </a:solidFill>
        <a:latin typeface="Arial Narrow" pitchFamily="34" charset="0"/>
        <a:ea typeface="MS PGothic" pitchFamily="34" charset="-128"/>
        <a:cs typeface="+mn-cs"/>
      </a:defRPr>
    </a:lvl3pPr>
    <a:lvl4pPr marL="684213" indent="284163" algn="l" rtl="0" fontAlgn="base">
      <a:spcBef>
        <a:spcPct val="0"/>
      </a:spcBef>
      <a:spcAft>
        <a:spcPct val="0"/>
      </a:spcAft>
      <a:defRPr sz="1200" kern="1200">
        <a:solidFill>
          <a:schemeClr val="tx1"/>
        </a:solidFill>
        <a:latin typeface="Arial Narrow" pitchFamily="34" charset="0"/>
        <a:ea typeface="MS PGothic" pitchFamily="34" charset="-128"/>
        <a:cs typeface="+mn-cs"/>
      </a:defRPr>
    </a:lvl4pPr>
    <a:lvl5pPr marL="912813" indent="377825" algn="l" rtl="0" fontAlgn="base">
      <a:spcBef>
        <a:spcPct val="0"/>
      </a:spcBef>
      <a:spcAft>
        <a:spcPct val="0"/>
      </a:spcAft>
      <a:defRPr sz="1200" kern="1200">
        <a:solidFill>
          <a:schemeClr val="tx1"/>
        </a:solidFill>
        <a:latin typeface="Arial Narrow" pitchFamily="34" charset="0"/>
        <a:ea typeface="MS PGothic" pitchFamily="34" charset="-128"/>
        <a:cs typeface="+mn-cs"/>
      </a:defRPr>
    </a:lvl5pPr>
    <a:lvl6pPr marL="2286000" algn="l" defTabSz="914400" rtl="0" eaLnBrk="1" latinLnBrk="0" hangingPunct="1">
      <a:defRPr sz="1200" kern="1200">
        <a:solidFill>
          <a:schemeClr val="tx1"/>
        </a:solidFill>
        <a:latin typeface="Arial Narrow" pitchFamily="34" charset="0"/>
        <a:ea typeface="MS PGothic" pitchFamily="34" charset="-128"/>
        <a:cs typeface="+mn-cs"/>
      </a:defRPr>
    </a:lvl6pPr>
    <a:lvl7pPr marL="2743200" algn="l" defTabSz="914400" rtl="0" eaLnBrk="1" latinLnBrk="0" hangingPunct="1">
      <a:defRPr sz="1200" kern="1200">
        <a:solidFill>
          <a:schemeClr val="tx1"/>
        </a:solidFill>
        <a:latin typeface="Arial Narrow" pitchFamily="34" charset="0"/>
        <a:ea typeface="MS PGothic" pitchFamily="34" charset="-128"/>
        <a:cs typeface="+mn-cs"/>
      </a:defRPr>
    </a:lvl7pPr>
    <a:lvl8pPr marL="3200400" algn="l" defTabSz="914400" rtl="0" eaLnBrk="1" latinLnBrk="0" hangingPunct="1">
      <a:defRPr sz="1200" kern="1200">
        <a:solidFill>
          <a:schemeClr val="tx1"/>
        </a:solidFill>
        <a:latin typeface="Arial Narrow" pitchFamily="34" charset="0"/>
        <a:ea typeface="MS PGothic" pitchFamily="34" charset="-128"/>
        <a:cs typeface="+mn-cs"/>
      </a:defRPr>
    </a:lvl8pPr>
    <a:lvl9pPr marL="3657600" algn="l" defTabSz="914400" rtl="0" eaLnBrk="1" latinLnBrk="0" hangingPunct="1">
      <a:defRPr sz="1200" kern="1200">
        <a:solidFill>
          <a:schemeClr val="tx1"/>
        </a:solidFill>
        <a:latin typeface="Arial Narrow" pitchFamily="34" charset="0"/>
        <a:ea typeface="MS PGothic" pitchFamily="34" charset="-128"/>
        <a:cs typeface="+mn-cs"/>
      </a:defRPr>
    </a:lvl9pPr>
  </p:defaultTextStyle>
  <p:extLst>
    <p:ext uri="{EFAFB233-063F-42B5-8137-9DF3F51BA10A}">
      <p15:sldGuideLst xmlns:p15="http://schemas.microsoft.com/office/powerpoint/2012/main">
        <p15:guide id="1" orient="horz" pos="2725">
          <p15:clr>
            <a:srgbClr val="A4A3A4"/>
          </p15:clr>
        </p15:guide>
        <p15:guide id="2" orient="horz" pos="12155">
          <p15:clr>
            <a:srgbClr val="A4A3A4"/>
          </p15:clr>
        </p15:guide>
        <p15:guide id="3" pos="-659">
          <p15:clr>
            <a:srgbClr val="A4A3A4"/>
          </p15:clr>
        </p15:guide>
        <p15:guide id="4" pos="2828">
          <p15:clr>
            <a:srgbClr val="A4A3A4"/>
          </p15:clr>
        </p15:guide>
        <p15:guide id="5" pos="3011">
          <p15:clr>
            <a:srgbClr val="A4A3A4"/>
          </p15:clr>
        </p15:guide>
        <p15:guide id="6" pos="10167">
          <p15:clr>
            <a:srgbClr val="A4A3A4"/>
          </p15:clr>
        </p15:guide>
        <p15:guide id="7" pos="6498">
          <p15:clr>
            <a:srgbClr val="A4A3A4"/>
          </p15:clr>
        </p15:guide>
        <p15:guide id="8" pos="66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1E9"/>
    <a:srgbClr val="FFFFFF"/>
    <a:srgbClr val="1BADCF"/>
    <a:srgbClr val="3399FF"/>
    <a:srgbClr val="0066FF"/>
    <a:srgbClr val="FF9900"/>
    <a:srgbClr val="CC00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13" autoAdjust="0"/>
  </p:normalViewPr>
  <p:slideViewPr>
    <p:cSldViewPr snapToGrid="0" snapToObjects="1">
      <p:cViewPr varScale="1">
        <p:scale>
          <a:sx n="34" d="100"/>
          <a:sy n="34" d="100"/>
        </p:scale>
        <p:origin x="3210" y="102"/>
      </p:cViewPr>
      <p:guideLst>
        <p:guide orient="horz" pos="2725"/>
        <p:guide orient="horz" pos="12155"/>
        <p:guide pos="-659"/>
        <p:guide pos="2828"/>
        <p:guide pos="3011"/>
        <p:guide pos="10167"/>
        <p:guide pos="6498"/>
        <p:guide pos="66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mn-ea"/>
                <a:cs typeface="+mn-cs"/>
              </a:defRPr>
            </a:lvl1pPr>
          </a:lstStyle>
          <a:p>
            <a:pPr>
              <a:defRPr/>
            </a:pPr>
            <a:endParaRPr lang="en-US"/>
          </a:p>
        </p:txBody>
      </p:sp>
      <p:sp>
        <p:nvSpPr>
          <p:cNvPr id="150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mn-ea"/>
                <a:cs typeface="+mn-cs"/>
              </a:defRPr>
            </a:lvl1pPr>
          </a:lstStyle>
          <a:p>
            <a:pPr>
              <a:defRPr/>
            </a:pPr>
            <a:endParaRPr lang="en-US"/>
          </a:p>
        </p:txBody>
      </p:sp>
      <p:sp>
        <p:nvSpPr>
          <p:cNvPr id="5124" name="Rectangle 4"/>
          <p:cNvSpPr>
            <a:spLocks noGrp="1" noRot="1" noChangeAspect="1" noChangeArrowheads="1" noTextEdit="1"/>
          </p:cNvSpPr>
          <p:nvPr>
            <p:ph type="sldImg" idx="2"/>
          </p:nvPr>
        </p:nvSpPr>
        <p:spPr bwMode="auto">
          <a:xfrm>
            <a:off x="2217738" y="685800"/>
            <a:ext cx="2422525"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0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mn-ea"/>
                <a:cs typeface="+mn-cs"/>
              </a:defRPr>
            </a:lvl1pPr>
          </a:lstStyle>
          <a:p>
            <a:pPr>
              <a:defRPr/>
            </a:pPr>
            <a:endParaRPr lang="en-US"/>
          </a:p>
        </p:txBody>
      </p:sp>
      <p:sp>
        <p:nvSpPr>
          <p:cNvPr id="150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pPr>
              <a:defRPr/>
            </a:pPr>
            <a:fld id="{6530E465-0A51-4CDD-B489-03F106892FA6}" type="slidenum">
              <a:rPr lang="en-US"/>
              <a:pPr>
                <a:defRPr/>
              </a:pPr>
              <a:t>‹#›</a:t>
            </a:fld>
            <a:endParaRPr lang="en-US"/>
          </a:p>
        </p:txBody>
      </p:sp>
    </p:spTree>
    <p:extLst>
      <p:ext uri="{BB962C8B-B14F-4D97-AF65-F5344CB8AC3E}">
        <p14:creationId xmlns:p14="http://schemas.microsoft.com/office/powerpoint/2010/main" val="26060012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600" kern="1200">
        <a:solidFill>
          <a:schemeClr val="tx1"/>
        </a:solidFill>
        <a:latin typeface="Arial" charset="0"/>
        <a:ea typeface="MS PGothic" pitchFamily="34" charset="-128"/>
        <a:cs typeface="ＭＳ Ｐゴシック" charset="-128"/>
      </a:defRPr>
    </a:lvl1pPr>
    <a:lvl2pPr marL="227013" algn="l" rtl="0" eaLnBrk="0" fontAlgn="base" hangingPunct="0">
      <a:spcBef>
        <a:spcPct val="30000"/>
      </a:spcBef>
      <a:spcAft>
        <a:spcPct val="0"/>
      </a:spcAft>
      <a:defRPr sz="600" kern="1200">
        <a:solidFill>
          <a:schemeClr val="tx1"/>
        </a:solidFill>
        <a:latin typeface="Arial" charset="0"/>
        <a:ea typeface="MS PGothic" pitchFamily="34" charset="-128"/>
        <a:cs typeface="ＭＳ Ｐゴシック"/>
      </a:defRPr>
    </a:lvl2pPr>
    <a:lvl3pPr marL="455613" algn="l" rtl="0" eaLnBrk="0" fontAlgn="base" hangingPunct="0">
      <a:spcBef>
        <a:spcPct val="30000"/>
      </a:spcBef>
      <a:spcAft>
        <a:spcPct val="0"/>
      </a:spcAft>
      <a:defRPr sz="600" kern="1200">
        <a:solidFill>
          <a:schemeClr val="tx1"/>
        </a:solidFill>
        <a:latin typeface="Arial" charset="0"/>
        <a:ea typeface="MS PGothic" pitchFamily="34" charset="-128"/>
        <a:cs typeface="ＭＳ Ｐゴシック"/>
      </a:defRPr>
    </a:lvl3pPr>
    <a:lvl4pPr marL="684213" algn="l" rtl="0" eaLnBrk="0" fontAlgn="base" hangingPunct="0">
      <a:spcBef>
        <a:spcPct val="30000"/>
      </a:spcBef>
      <a:spcAft>
        <a:spcPct val="0"/>
      </a:spcAft>
      <a:defRPr sz="600" kern="1200">
        <a:solidFill>
          <a:schemeClr val="tx1"/>
        </a:solidFill>
        <a:latin typeface="Arial" charset="0"/>
        <a:ea typeface="MS PGothic" pitchFamily="34" charset="-128"/>
        <a:cs typeface="ＭＳ Ｐゴシック"/>
      </a:defRPr>
    </a:lvl4pPr>
    <a:lvl5pPr marL="912813" algn="l" rtl="0" eaLnBrk="0" fontAlgn="base" hangingPunct="0">
      <a:spcBef>
        <a:spcPct val="30000"/>
      </a:spcBef>
      <a:spcAft>
        <a:spcPct val="0"/>
      </a:spcAft>
      <a:defRPr sz="600" kern="1200">
        <a:solidFill>
          <a:schemeClr val="tx1"/>
        </a:solidFill>
        <a:latin typeface="Arial" charset="0"/>
        <a:ea typeface="MS PGothic" pitchFamily="34" charset="-128"/>
        <a:cs typeface="ＭＳ Ｐゴシック"/>
      </a:defRPr>
    </a:lvl5pPr>
    <a:lvl6pPr marL="1141847" algn="l" defTabSz="228370" rtl="0" eaLnBrk="1" latinLnBrk="0" hangingPunct="1">
      <a:defRPr sz="600" kern="1200">
        <a:solidFill>
          <a:schemeClr val="tx1"/>
        </a:solidFill>
        <a:latin typeface="+mn-lt"/>
        <a:ea typeface="+mn-ea"/>
        <a:cs typeface="+mn-cs"/>
      </a:defRPr>
    </a:lvl6pPr>
    <a:lvl7pPr marL="1370216" algn="l" defTabSz="228370" rtl="0" eaLnBrk="1" latinLnBrk="0" hangingPunct="1">
      <a:defRPr sz="600" kern="1200">
        <a:solidFill>
          <a:schemeClr val="tx1"/>
        </a:solidFill>
        <a:latin typeface="+mn-lt"/>
        <a:ea typeface="+mn-ea"/>
        <a:cs typeface="+mn-cs"/>
      </a:defRPr>
    </a:lvl7pPr>
    <a:lvl8pPr marL="1598586" algn="l" defTabSz="228370" rtl="0" eaLnBrk="1" latinLnBrk="0" hangingPunct="1">
      <a:defRPr sz="600" kern="1200">
        <a:solidFill>
          <a:schemeClr val="tx1"/>
        </a:solidFill>
        <a:latin typeface="+mn-lt"/>
        <a:ea typeface="+mn-ea"/>
        <a:cs typeface="+mn-cs"/>
      </a:defRPr>
    </a:lvl8pPr>
    <a:lvl9pPr marL="1826955" algn="l" defTabSz="22837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Arial Narrow" pitchFamily="34" charset="0"/>
                <a:ea typeface="MS PGothic" pitchFamily="34" charset="-128"/>
              </a:defRPr>
            </a:lvl1pPr>
            <a:lvl2pPr marL="742950" indent="-285750" eaLnBrk="0" hangingPunct="0">
              <a:defRPr sz="1200">
                <a:solidFill>
                  <a:schemeClr val="tx1"/>
                </a:solidFill>
                <a:latin typeface="Arial Narrow" pitchFamily="34" charset="0"/>
                <a:ea typeface="MS PGothic" pitchFamily="34" charset="-128"/>
              </a:defRPr>
            </a:lvl2pPr>
            <a:lvl3pPr marL="1143000" indent="-228600" eaLnBrk="0" hangingPunct="0">
              <a:defRPr sz="1200">
                <a:solidFill>
                  <a:schemeClr val="tx1"/>
                </a:solidFill>
                <a:latin typeface="Arial Narrow" pitchFamily="34" charset="0"/>
                <a:ea typeface="MS PGothic" pitchFamily="34" charset="-128"/>
              </a:defRPr>
            </a:lvl3pPr>
            <a:lvl4pPr marL="1600200" indent="-228600" eaLnBrk="0" hangingPunct="0">
              <a:defRPr sz="1200">
                <a:solidFill>
                  <a:schemeClr val="tx1"/>
                </a:solidFill>
                <a:latin typeface="Arial Narrow" pitchFamily="34" charset="0"/>
                <a:ea typeface="MS PGothic" pitchFamily="34" charset="-128"/>
              </a:defRPr>
            </a:lvl4pPr>
            <a:lvl5pPr marL="2057400" indent="-228600" eaLnBrk="0" hangingPunct="0">
              <a:defRPr sz="1200">
                <a:solidFill>
                  <a:schemeClr val="tx1"/>
                </a:solidFill>
                <a:latin typeface="Arial Narrow" pitchFamily="34" charset="0"/>
                <a:ea typeface="MS PGothic" pitchFamily="34" charset="-128"/>
              </a:defRPr>
            </a:lvl5pPr>
            <a:lvl6pPr marL="2514600" indent="-228600"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eaLnBrk="1" hangingPunct="1"/>
            <a:fld id="{35921684-4EC0-474F-B4DC-5E82A1259E6B}" type="slidenum">
              <a:rPr lang="en-US" smtClean="0">
                <a:latin typeface="Arial" charset="0"/>
              </a:rPr>
              <a:pPr eaLnBrk="1" hangingPunct="1"/>
              <a:t>1</a:t>
            </a:fld>
            <a:endParaRPr lang="en-US">
              <a:latin typeface="Arial"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34342" y="6644178"/>
            <a:ext cx="12853846" cy="4583492"/>
          </a:xfrm>
        </p:spPr>
        <p:txBody>
          <a:bodyPr/>
          <a:lstStyle/>
          <a:p>
            <a:r>
              <a:rPr lang="en-US"/>
              <a:t>Click to edit Master title style</a:t>
            </a:r>
            <a:endParaRPr lang="en-GB"/>
          </a:p>
        </p:txBody>
      </p:sp>
      <p:sp>
        <p:nvSpPr>
          <p:cNvPr id="3" name="Subtitle 2"/>
          <p:cNvSpPr>
            <a:spLocks noGrp="1"/>
          </p:cNvSpPr>
          <p:nvPr>
            <p:ph type="subTitle" idx="1"/>
          </p:nvPr>
        </p:nvSpPr>
        <p:spPr>
          <a:xfrm>
            <a:off x="2268679" y="12118904"/>
            <a:ext cx="10585168" cy="5466238"/>
          </a:xfrm>
        </p:spPr>
        <p:txBody>
          <a:bodyPr/>
          <a:lstStyle>
            <a:lvl1pPr marL="0" indent="0" algn="ctr">
              <a:buNone/>
              <a:defRPr/>
            </a:lvl1pPr>
            <a:lvl2pPr marL="228370" indent="0" algn="ctr">
              <a:buNone/>
              <a:defRPr/>
            </a:lvl2pPr>
            <a:lvl3pPr marL="456738" indent="0" algn="ctr">
              <a:buNone/>
              <a:defRPr/>
            </a:lvl3pPr>
            <a:lvl4pPr marL="685108" indent="0" algn="ctr">
              <a:buNone/>
              <a:defRPr/>
            </a:lvl4pPr>
            <a:lvl5pPr marL="913478" indent="0" algn="ctr">
              <a:buNone/>
              <a:defRPr/>
            </a:lvl5pPr>
            <a:lvl6pPr marL="1141847" indent="0" algn="ctr">
              <a:buNone/>
              <a:defRPr/>
            </a:lvl6pPr>
            <a:lvl7pPr marL="1370216" indent="0" algn="ctr">
              <a:buNone/>
              <a:defRPr/>
            </a:lvl7pPr>
            <a:lvl8pPr marL="1598586" indent="0" algn="ctr">
              <a:buNone/>
              <a:defRPr/>
            </a:lvl8pPr>
            <a:lvl9pPr marL="1826955"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6722291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9869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94357" y="13742931"/>
            <a:ext cx="12854513" cy="4247747"/>
          </a:xfrm>
        </p:spPr>
        <p:txBody>
          <a:bodyPr anchor="t"/>
          <a:lstStyle>
            <a:lvl1pPr algn="l">
              <a:defRPr sz="2000" b="1" cap="all"/>
            </a:lvl1pPr>
          </a:lstStyle>
          <a:p>
            <a:r>
              <a:rPr lang="en-US"/>
              <a:t>Click to edit Master title style</a:t>
            </a:r>
            <a:endParaRPr lang="en-GB"/>
          </a:p>
        </p:txBody>
      </p:sp>
      <p:sp>
        <p:nvSpPr>
          <p:cNvPr id="3" name="Text Placeholder 2"/>
          <p:cNvSpPr>
            <a:spLocks noGrp="1"/>
          </p:cNvSpPr>
          <p:nvPr>
            <p:ph type="body" idx="1"/>
          </p:nvPr>
        </p:nvSpPr>
        <p:spPr>
          <a:xfrm>
            <a:off x="1194357" y="9064188"/>
            <a:ext cx="12854513" cy="4678746"/>
          </a:xfrm>
        </p:spPr>
        <p:txBody>
          <a:bodyPr anchor="b"/>
          <a:lstStyle>
            <a:lvl1pPr marL="0" indent="0">
              <a:buNone/>
              <a:defRPr sz="1000"/>
            </a:lvl1pPr>
            <a:lvl2pPr marL="228370" indent="0">
              <a:buNone/>
              <a:defRPr sz="900"/>
            </a:lvl2pPr>
            <a:lvl3pPr marL="456738" indent="0">
              <a:buNone/>
              <a:defRPr sz="800"/>
            </a:lvl3pPr>
            <a:lvl4pPr marL="685108" indent="0">
              <a:buNone/>
              <a:defRPr sz="700"/>
            </a:lvl4pPr>
            <a:lvl5pPr marL="913478" indent="0">
              <a:buNone/>
              <a:defRPr sz="700"/>
            </a:lvl5pPr>
            <a:lvl6pPr marL="1141847" indent="0">
              <a:buNone/>
              <a:defRPr sz="700"/>
            </a:lvl6pPr>
            <a:lvl7pPr marL="1370216" indent="0">
              <a:buNone/>
              <a:defRPr sz="700"/>
            </a:lvl7pPr>
            <a:lvl8pPr marL="1598586" indent="0">
              <a:buNone/>
              <a:defRPr sz="700"/>
            </a:lvl8pPr>
            <a:lvl9pPr marL="1826955" indent="0">
              <a:buNone/>
              <a:defRPr sz="700"/>
            </a:lvl9pPr>
          </a:lstStyle>
          <a:p>
            <a:pPr lvl="0"/>
            <a:r>
              <a:rPr lang="en-US"/>
              <a:t>Click to edit Master text styles</a:t>
            </a:r>
          </a:p>
        </p:txBody>
      </p:sp>
    </p:spTree>
    <p:extLst>
      <p:ext uri="{BB962C8B-B14F-4D97-AF65-F5344CB8AC3E}">
        <p14:creationId xmlns:p14="http://schemas.microsoft.com/office/powerpoint/2010/main" val="2408352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30768" y="3116023"/>
            <a:ext cx="2291352" cy="1780299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2686138" y="3116023"/>
            <a:ext cx="2292019" cy="1780299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75455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56228" y="856339"/>
            <a:ext cx="13610072" cy="3564938"/>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756226" y="4787203"/>
            <a:ext cx="6681333" cy="1995610"/>
          </a:xfrm>
        </p:spPr>
        <p:txBody>
          <a:bodyPr anchor="b"/>
          <a:lstStyle>
            <a:lvl1pPr marL="0" indent="0">
              <a:buNone/>
              <a:defRPr sz="1200" b="1"/>
            </a:lvl1pPr>
            <a:lvl2pPr marL="228370" indent="0">
              <a:buNone/>
              <a:defRPr sz="1000" b="1"/>
            </a:lvl2pPr>
            <a:lvl3pPr marL="456738" indent="0">
              <a:buNone/>
              <a:defRPr sz="900" b="1"/>
            </a:lvl3pPr>
            <a:lvl4pPr marL="685108" indent="0">
              <a:buNone/>
              <a:defRPr sz="800" b="1"/>
            </a:lvl4pPr>
            <a:lvl5pPr marL="913478" indent="0">
              <a:buNone/>
              <a:defRPr sz="800" b="1"/>
            </a:lvl5pPr>
            <a:lvl6pPr marL="1141847" indent="0">
              <a:buNone/>
              <a:defRPr sz="800" b="1"/>
            </a:lvl6pPr>
            <a:lvl7pPr marL="1370216" indent="0">
              <a:buNone/>
              <a:defRPr sz="800" b="1"/>
            </a:lvl7pPr>
            <a:lvl8pPr marL="1598586" indent="0">
              <a:buNone/>
              <a:defRPr sz="800" b="1"/>
            </a:lvl8pPr>
            <a:lvl9pPr marL="1826955" indent="0">
              <a:buNone/>
              <a:defRPr sz="800" b="1"/>
            </a:lvl9pPr>
          </a:lstStyle>
          <a:p>
            <a:pPr lvl="0"/>
            <a:r>
              <a:rPr lang="en-US"/>
              <a:t>Click to edit Master text styles</a:t>
            </a:r>
          </a:p>
        </p:txBody>
      </p:sp>
      <p:sp>
        <p:nvSpPr>
          <p:cNvPr id="4" name="Content Placeholder 3"/>
          <p:cNvSpPr>
            <a:spLocks noGrp="1"/>
          </p:cNvSpPr>
          <p:nvPr>
            <p:ph sz="half" idx="2"/>
          </p:nvPr>
        </p:nvSpPr>
        <p:spPr>
          <a:xfrm>
            <a:off x="756226" y="6782814"/>
            <a:ext cx="6681333" cy="1232167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7682299" y="4787203"/>
            <a:ext cx="6684000" cy="1995610"/>
          </a:xfrm>
        </p:spPr>
        <p:txBody>
          <a:bodyPr anchor="b"/>
          <a:lstStyle>
            <a:lvl1pPr marL="0" indent="0">
              <a:buNone/>
              <a:defRPr sz="1200" b="1"/>
            </a:lvl1pPr>
            <a:lvl2pPr marL="228370" indent="0">
              <a:buNone/>
              <a:defRPr sz="1000" b="1"/>
            </a:lvl2pPr>
            <a:lvl3pPr marL="456738" indent="0">
              <a:buNone/>
              <a:defRPr sz="900" b="1"/>
            </a:lvl3pPr>
            <a:lvl4pPr marL="685108" indent="0">
              <a:buNone/>
              <a:defRPr sz="800" b="1"/>
            </a:lvl4pPr>
            <a:lvl5pPr marL="913478" indent="0">
              <a:buNone/>
              <a:defRPr sz="800" b="1"/>
            </a:lvl5pPr>
            <a:lvl6pPr marL="1141847" indent="0">
              <a:buNone/>
              <a:defRPr sz="800" b="1"/>
            </a:lvl6pPr>
            <a:lvl7pPr marL="1370216" indent="0">
              <a:buNone/>
              <a:defRPr sz="800" b="1"/>
            </a:lvl7pPr>
            <a:lvl8pPr marL="1598586" indent="0">
              <a:buNone/>
              <a:defRPr sz="800" b="1"/>
            </a:lvl8pPr>
            <a:lvl9pPr marL="1826955" indent="0">
              <a:buNone/>
              <a:defRPr sz="800" b="1"/>
            </a:lvl9pPr>
          </a:lstStyle>
          <a:p>
            <a:pPr lvl="0"/>
            <a:r>
              <a:rPr lang="en-US"/>
              <a:t>Click to edit Master text styles</a:t>
            </a:r>
          </a:p>
        </p:txBody>
      </p:sp>
      <p:sp>
        <p:nvSpPr>
          <p:cNvPr id="6" name="Content Placeholder 5"/>
          <p:cNvSpPr>
            <a:spLocks noGrp="1"/>
          </p:cNvSpPr>
          <p:nvPr>
            <p:ph sz="quarter" idx="4"/>
          </p:nvPr>
        </p:nvSpPr>
        <p:spPr>
          <a:xfrm>
            <a:off x="7682299" y="6782814"/>
            <a:ext cx="6684000" cy="1232167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23529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4145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8360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6226" y="851625"/>
            <a:ext cx="4974822" cy="3623410"/>
          </a:xfrm>
        </p:spPr>
        <p:txBody>
          <a:bodyPr anchor="b"/>
          <a:lstStyle>
            <a:lvl1pPr algn="l">
              <a:defRPr sz="1000" b="1"/>
            </a:lvl1pPr>
          </a:lstStyle>
          <a:p>
            <a:r>
              <a:rPr lang="en-US"/>
              <a:t>Click to edit Master title style</a:t>
            </a:r>
            <a:endParaRPr lang="en-GB"/>
          </a:p>
        </p:txBody>
      </p:sp>
      <p:sp>
        <p:nvSpPr>
          <p:cNvPr id="3" name="Content Placeholder 2"/>
          <p:cNvSpPr>
            <a:spLocks noGrp="1"/>
          </p:cNvSpPr>
          <p:nvPr>
            <p:ph idx="1"/>
          </p:nvPr>
        </p:nvSpPr>
        <p:spPr>
          <a:xfrm>
            <a:off x="5912436" y="851625"/>
            <a:ext cx="8453863" cy="18252861"/>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756226" y="4475037"/>
            <a:ext cx="4974822" cy="14629450"/>
          </a:xfrm>
        </p:spPr>
        <p:txBody>
          <a:bodyPr/>
          <a:lstStyle>
            <a:lvl1pPr marL="0" indent="0">
              <a:buNone/>
              <a:defRPr sz="700"/>
            </a:lvl1pPr>
            <a:lvl2pPr marL="228370" indent="0">
              <a:buNone/>
              <a:defRPr sz="600"/>
            </a:lvl2pPr>
            <a:lvl3pPr marL="456738" indent="0">
              <a:buNone/>
              <a:defRPr sz="500"/>
            </a:lvl3pPr>
            <a:lvl4pPr marL="685108" indent="0">
              <a:buNone/>
              <a:defRPr sz="400"/>
            </a:lvl4pPr>
            <a:lvl5pPr marL="913478" indent="0">
              <a:buNone/>
              <a:defRPr sz="400"/>
            </a:lvl5pPr>
            <a:lvl6pPr marL="1141847" indent="0">
              <a:buNone/>
              <a:defRPr sz="400"/>
            </a:lvl6pPr>
            <a:lvl7pPr marL="1370216" indent="0">
              <a:buNone/>
              <a:defRPr sz="400"/>
            </a:lvl7pPr>
            <a:lvl8pPr marL="1598586" indent="0">
              <a:buNone/>
              <a:defRPr sz="400"/>
            </a:lvl8pPr>
            <a:lvl9pPr marL="1826955" indent="0">
              <a:buNone/>
              <a:defRPr sz="400"/>
            </a:lvl9pPr>
          </a:lstStyle>
          <a:p>
            <a:pPr lvl="0"/>
            <a:r>
              <a:rPr lang="en-US"/>
              <a:t>Click to edit Master text styles</a:t>
            </a:r>
          </a:p>
        </p:txBody>
      </p:sp>
    </p:spTree>
    <p:extLst>
      <p:ext uri="{BB962C8B-B14F-4D97-AF65-F5344CB8AC3E}">
        <p14:creationId xmlns:p14="http://schemas.microsoft.com/office/powerpoint/2010/main" val="2412366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64222" y="14970857"/>
            <a:ext cx="9073382" cy="1767379"/>
          </a:xfrm>
        </p:spPr>
        <p:txBody>
          <a:bodyPr anchor="b"/>
          <a:lstStyle>
            <a:lvl1pPr algn="l">
              <a:defRPr sz="1000" b="1"/>
            </a:lvl1pPr>
          </a:lstStyle>
          <a:p>
            <a:r>
              <a:rPr lang="en-US"/>
              <a:t>Click to edit Master title style</a:t>
            </a:r>
            <a:endParaRPr lang="en-GB"/>
          </a:p>
        </p:txBody>
      </p:sp>
      <p:sp>
        <p:nvSpPr>
          <p:cNvPr id="3" name="Picture Placeholder 2"/>
          <p:cNvSpPr>
            <a:spLocks noGrp="1"/>
          </p:cNvSpPr>
          <p:nvPr>
            <p:ph type="pic" idx="1"/>
          </p:nvPr>
        </p:nvSpPr>
        <p:spPr>
          <a:xfrm>
            <a:off x="2964222" y="1910734"/>
            <a:ext cx="9073382" cy="12831891"/>
          </a:xfrm>
        </p:spPr>
        <p:txBody>
          <a:bodyPr/>
          <a:lstStyle>
            <a:lvl1pPr marL="0" indent="0">
              <a:buNone/>
              <a:defRPr sz="1600"/>
            </a:lvl1pPr>
            <a:lvl2pPr marL="228370" indent="0">
              <a:buNone/>
              <a:defRPr sz="1400"/>
            </a:lvl2pPr>
            <a:lvl3pPr marL="456738" indent="0">
              <a:buNone/>
              <a:defRPr sz="1200"/>
            </a:lvl3pPr>
            <a:lvl4pPr marL="685108" indent="0">
              <a:buNone/>
              <a:defRPr sz="1000"/>
            </a:lvl4pPr>
            <a:lvl5pPr marL="913478" indent="0">
              <a:buNone/>
              <a:defRPr sz="1000"/>
            </a:lvl5pPr>
            <a:lvl6pPr marL="1141847" indent="0">
              <a:buNone/>
              <a:defRPr sz="1000"/>
            </a:lvl6pPr>
            <a:lvl7pPr marL="1370216" indent="0">
              <a:buNone/>
              <a:defRPr sz="1000"/>
            </a:lvl7pPr>
            <a:lvl8pPr marL="1598586" indent="0">
              <a:buNone/>
              <a:defRPr sz="1000"/>
            </a:lvl8pPr>
            <a:lvl9pPr marL="1826955" indent="0">
              <a:buNone/>
              <a:defRPr sz="1000"/>
            </a:lvl9pPr>
          </a:lstStyle>
          <a:p>
            <a:pPr lvl="0"/>
            <a:endParaRPr lang="en-GB" noProof="0"/>
          </a:p>
        </p:txBody>
      </p:sp>
      <p:sp>
        <p:nvSpPr>
          <p:cNvPr id="4" name="Text Placeholder 3"/>
          <p:cNvSpPr>
            <a:spLocks noGrp="1"/>
          </p:cNvSpPr>
          <p:nvPr>
            <p:ph type="body" sz="half" idx="2"/>
          </p:nvPr>
        </p:nvSpPr>
        <p:spPr>
          <a:xfrm>
            <a:off x="2964222" y="16738235"/>
            <a:ext cx="9073382" cy="2509604"/>
          </a:xfrm>
        </p:spPr>
        <p:txBody>
          <a:bodyPr/>
          <a:lstStyle>
            <a:lvl1pPr marL="0" indent="0">
              <a:buNone/>
              <a:defRPr sz="700"/>
            </a:lvl1pPr>
            <a:lvl2pPr marL="228370" indent="0">
              <a:buNone/>
              <a:defRPr sz="600"/>
            </a:lvl2pPr>
            <a:lvl3pPr marL="456738" indent="0">
              <a:buNone/>
              <a:defRPr sz="500"/>
            </a:lvl3pPr>
            <a:lvl4pPr marL="685108" indent="0">
              <a:buNone/>
              <a:defRPr sz="400"/>
            </a:lvl4pPr>
            <a:lvl5pPr marL="913478" indent="0">
              <a:buNone/>
              <a:defRPr sz="400"/>
            </a:lvl5pPr>
            <a:lvl6pPr marL="1141847" indent="0">
              <a:buNone/>
              <a:defRPr sz="400"/>
            </a:lvl6pPr>
            <a:lvl7pPr marL="1370216" indent="0">
              <a:buNone/>
              <a:defRPr sz="400"/>
            </a:lvl7pPr>
            <a:lvl8pPr marL="1598586" indent="0">
              <a:buNone/>
              <a:defRPr sz="400"/>
            </a:lvl8pPr>
            <a:lvl9pPr marL="1826955" indent="0">
              <a:buNone/>
              <a:defRPr sz="400"/>
            </a:lvl9pPr>
          </a:lstStyle>
          <a:p>
            <a:pPr lvl="0"/>
            <a:r>
              <a:rPr lang="en-US"/>
              <a:t>Click to edit Master text styles</a:t>
            </a:r>
          </a:p>
        </p:txBody>
      </p:sp>
    </p:spTree>
    <p:extLst>
      <p:ext uri="{BB962C8B-B14F-4D97-AF65-F5344CB8AC3E}">
        <p14:creationId xmlns:p14="http://schemas.microsoft.com/office/powerpoint/2010/main" val="2775554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19476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164674" y="827105"/>
            <a:ext cx="3611081" cy="20091916"/>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30766" y="827105"/>
            <a:ext cx="10769889" cy="2009191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030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34342" y="6644178"/>
            <a:ext cx="12853846" cy="4583492"/>
          </a:xfrm>
        </p:spPr>
        <p:txBody>
          <a:bodyPr/>
          <a:lstStyle/>
          <a:p>
            <a:r>
              <a:rPr lang="en-US"/>
              <a:t>Click to edit Master title style</a:t>
            </a:r>
            <a:endParaRPr lang="en-GB"/>
          </a:p>
        </p:txBody>
      </p:sp>
      <p:sp>
        <p:nvSpPr>
          <p:cNvPr id="3" name="Subtitle 2"/>
          <p:cNvSpPr>
            <a:spLocks noGrp="1"/>
          </p:cNvSpPr>
          <p:nvPr>
            <p:ph type="subTitle" idx="1"/>
          </p:nvPr>
        </p:nvSpPr>
        <p:spPr>
          <a:xfrm>
            <a:off x="2268679" y="12118904"/>
            <a:ext cx="10585168" cy="5466238"/>
          </a:xfrm>
        </p:spPr>
        <p:txBody>
          <a:bodyPr/>
          <a:lstStyle>
            <a:lvl1pPr marL="0" indent="0" algn="ctr">
              <a:buNone/>
              <a:defRPr/>
            </a:lvl1pPr>
            <a:lvl2pPr marL="228370" indent="0" algn="ctr">
              <a:buNone/>
              <a:defRPr/>
            </a:lvl2pPr>
            <a:lvl3pPr marL="456738" indent="0" algn="ctr">
              <a:buNone/>
              <a:defRPr/>
            </a:lvl3pPr>
            <a:lvl4pPr marL="685108" indent="0" algn="ctr">
              <a:buNone/>
              <a:defRPr/>
            </a:lvl4pPr>
            <a:lvl5pPr marL="913478" indent="0" algn="ctr">
              <a:buNone/>
              <a:defRPr/>
            </a:lvl5pPr>
            <a:lvl6pPr marL="1141847" indent="0" algn="ctr">
              <a:buNone/>
              <a:defRPr/>
            </a:lvl6pPr>
            <a:lvl7pPr marL="1370216" indent="0" algn="ctr">
              <a:buNone/>
              <a:defRPr/>
            </a:lvl7pPr>
            <a:lvl8pPr marL="1598586" indent="0" algn="ctr">
              <a:buNone/>
              <a:defRPr/>
            </a:lvl8pPr>
            <a:lvl9pPr marL="1826955"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24995701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27170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94357" y="13742931"/>
            <a:ext cx="12854513" cy="4247747"/>
          </a:xfrm>
        </p:spPr>
        <p:txBody>
          <a:bodyPr anchor="t"/>
          <a:lstStyle>
            <a:lvl1pPr algn="l">
              <a:defRPr sz="2000" b="1" cap="all"/>
            </a:lvl1pPr>
          </a:lstStyle>
          <a:p>
            <a:r>
              <a:rPr lang="en-US"/>
              <a:t>Click to edit Master title style</a:t>
            </a:r>
            <a:endParaRPr lang="en-GB"/>
          </a:p>
        </p:txBody>
      </p:sp>
      <p:sp>
        <p:nvSpPr>
          <p:cNvPr id="3" name="Text Placeholder 2"/>
          <p:cNvSpPr>
            <a:spLocks noGrp="1"/>
          </p:cNvSpPr>
          <p:nvPr>
            <p:ph type="body" idx="1"/>
          </p:nvPr>
        </p:nvSpPr>
        <p:spPr>
          <a:xfrm>
            <a:off x="1194357" y="9064188"/>
            <a:ext cx="12854513" cy="4678746"/>
          </a:xfrm>
        </p:spPr>
        <p:txBody>
          <a:bodyPr anchor="b"/>
          <a:lstStyle>
            <a:lvl1pPr marL="0" indent="0">
              <a:buNone/>
              <a:defRPr sz="1000"/>
            </a:lvl1pPr>
            <a:lvl2pPr marL="228370" indent="0">
              <a:buNone/>
              <a:defRPr sz="900"/>
            </a:lvl2pPr>
            <a:lvl3pPr marL="456738" indent="0">
              <a:buNone/>
              <a:defRPr sz="800"/>
            </a:lvl3pPr>
            <a:lvl4pPr marL="685108" indent="0">
              <a:buNone/>
              <a:defRPr sz="700"/>
            </a:lvl4pPr>
            <a:lvl5pPr marL="913478" indent="0">
              <a:buNone/>
              <a:defRPr sz="700"/>
            </a:lvl5pPr>
            <a:lvl6pPr marL="1141847" indent="0">
              <a:buNone/>
              <a:defRPr sz="700"/>
            </a:lvl6pPr>
            <a:lvl7pPr marL="1370216" indent="0">
              <a:buNone/>
              <a:defRPr sz="700"/>
            </a:lvl7pPr>
            <a:lvl8pPr marL="1598586" indent="0">
              <a:buNone/>
              <a:defRPr sz="700"/>
            </a:lvl8pPr>
            <a:lvl9pPr marL="1826955" indent="0">
              <a:buNone/>
              <a:defRPr sz="700"/>
            </a:lvl9pPr>
          </a:lstStyle>
          <a:p>
            <a:pPr lvl="0"/>
            <a:r>
              <a:rPr lang="en-US"/>
              <a:t>Click to edit Master text styles</a:t>
            </a:r>
          </a:p>
        </p:txBody>
      </p:sp>
    </p:spTree>
    <p:extLst>
      <p:ext uri="{BB962C8B-B14F-4D97-AF65-F5344CB8AC3E}">
        <p14:creationId xmlns:p14="http://schemas.microsoft.com/office/powerpoint/2010/main" val="3515171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22763" y="3121681"/>
            <a:ext cx="1685838" cy="17800170"/>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2072620" y="3121681"/>
            <a:ext cx="1686505" cy="17800170"/>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365940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56228" y="856339"/>
            <a:ext cx="13610072" cy="3564938"/>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756226" y="4787203"/>
            <a:ext cx="6681333" cy="1995610"/>
          </a:xfrm>
        </p:spPr>
        <p:txBody>
          <a:bodyPr anchor="b"/>
          <a:lstStyle>
            <a:lvl1pPr marL="0" indent="0">
              <a:buNone/>
              <a:defRPr sz="1200" b="1"/>
            </a:lvl1pPr>
            <a:lvl2pPr marL="228370" indent="0">
              <a:buNone/>
              <a:defRPr sz="1000" b="1"/>
            </a:lvl2pPr>
            <a:lvl3pPr marL="456738" indent="0">
              <a:buNone/>
              <a:defRPr sz="900" b="1"/>
            </a:lvl3pPr>
            <a:lvl4pPr marL="685108" indent="0">
              <a:buNone/>
              <a:defRPr sz="800" b="1"/>
            </a:lvl4pPr>
            <a:lvl5pPr marL="913478" indent="0">
              <a:buNone/>
              <a:defRPr sz="800" b="1"/>
            </a:lvl5pPr>
            <a:lvl6pPr marL="1141847" indent="0">
              <a:buNone/>
              <a:defRPr sz="800" b="1"/>
            </a:lvl6pPr>
            <a:lvl7pPr marL="1370216" indent="0">
              <a:buNone/>
              <a:defRPr sz="800" b="1"/>
            </a:lvl7pPr>
            <a:lvl8pPr marL="1598586" indent="0">
              <a:buNone/>
              <a:defRPr sz="800" b="1"/>
            </a:lvl8pPr>
            <a:lvl9pPr marL="1826955" indent="0">
              <a:buNone/>
              <a:defRPr sz="800" b="1"/>
            </a:lvl9pPr>
          </a:lstStyle>
          <a:p>
            <a:pPr lvl="0"/>
            <a:r>
              <a:rPr lang="en-US"/>
              <a:t>Click to edit Master text styles</a:t>
            </a:r>
          </a:p>
        </p:txBody>
      </p:sp>
      <p:sp>
        <p:nvSpPr>
          <p:cNvPr id="4" name="Content Placeholder 3"/>
          <p:cNvSpPr>
            <a:spLocks noGrp="1"/>
          </p:cNvSpPr>
          <p:nvPr>
            <p:ph sz="half" idx="2"/>
          </p:nvPr>
        </p:nvSpPr>
        <p:spPr>
          <a:xfrm>
            <a:off x="756226" y="6782814"/>
            <a:ext cx="6681333" cy="1232167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7682299" y="4787203"/>
            <a:ext cx="6684000" cy="1995610"/>
          </a:xfrm>
        </p:spPr>
        <p:txBody>
          <a:bodyPr anchor="b"/>
          <a:lstStyle>
            <a:lvl1pPr marL="0" indent="0">
              <a:buNone/>
              <a:defRPr sz="1200" b="1"/>
            </a:lvl1pPr>
            <a:lvl2pPr marL="228370" indent="0">
              <a:buNone/>
              <a:defRPr sz="1000" b="1"/>
            </a:lvl2pPr>
            <a:lvl3pPr marL="456738" indent="0">
              <a:buNone/>
              <a:defRPr sz="900" b="1"/>
            </a:lvl3pPr>
            <a:lvl4pPr marL="685108" indent="0">
              <a:buNone/>
              <a:defRPr sz="800" b="1"/>
            </a:lvl4pPr>
            <a:lvl5pPr marL="913478" indent="0">
              <a:buNone/>
              <a:defRPr sz="800" b="1"/>
            </a:lvl5pPr>
            <a:lvl6pPr marL="1141847" indent="0">
              <a:buNone/>
              <a:defRPr sz="800" b="1"/>
            </a:lvl6pPr>
            <a:lvl7pPr marL="1370216" indent="0">
              <a:buNone/>
              <a:defRPr sz="800" b="1"/>
            </a:lvl7pPr>
            <a:lvl8pPr marL="1598586" indent="0">
              <a:buNone/>
              <a:defRPr sz="800" b="1"/>
            </a:lvl8pPr>
            <a:lvl9pPr marL="1826955" indent="0">
              <a:buNone/>
              <a:defRPr sz="800" b="1"/>
            </a:lvl9pPr>
          </a:lstStyle>
          <a:p>
            <a:pPr lvl="0"/>
            <a:r>
              <a:rPr lang="en-US"/>
              <a:t>Click to edit Master text styles</a:t>
            </a:r>
          </a:p>
        </p:txBody>
      </p:sp>
      <p:sp>
        <p:nvSpPr>
          <p:cNvPr id="6" name="Content Placeholder 5"/>
          <p:cNvSpPr>
            <a:spLocks noGrp="1"/>
          </p:cNvSpPr>
          <p:nvPr>
            <p:ph sz="quarter" idx="4"/>
          </p:nvPr>
        </p:nvSpPr>
        <p:spPr>
          <a:xfrm>
            <a:off x="7682299" y="6782814"/>
            <a:ext cx="6684000" cy="1232167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020512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487327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50533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6226" y="851625"/>
            <a:ext cx="4974822" cy="3623410"/>
          </a:xfrm>
        </p:spPr>
        <p:txBody>
          <a:bodyPr anchor="b"/>
          <a:lstStyle>
            <a:lvl1pPr algn="l">
              <a:defRPr sz="1000" b="1"/>
            </a:lvl1pPr>
          </a:lstStyle>
          <a:p>
            <a:r>
              <a:rPr lang="en-US"/>
              <a:t>Click to edit Master title style</a:t>
            </a:r>
            <a:endParaRPr lang="en-GB"/>
          </a:p>
        </p:txBody>
      </p:sp>
      <p:sp>
        <p:nvSpPr>
          <p:cNvPr id="3" name="Content Placeholder 2"/>
          <p:cNvSpPr>
            <a:spLocks noGrp="1"/>
          </p:cNvSpPr>
          <p:nvPr>
            <p:ph idx="1"/>
          </p:nvPr>
        </p:nvSpPr>
        <p:spPr>
          <a:xfrm>
            <a:off x="5912436" y="851625"/>
            <a:ext cx="8453863" cy="18252861"/>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756226" y="4475037"/>
            <a:ext cx="4974822" cy="14629450"/>
          </a:xfrm>
        </p:spPr>
        <p:txBody>
          <a:bodyPr/>
          <a:lstStyle>
            <a:lvl1pPr marL="0" indent="0">
              <a:buNone/>
              <a:defRPr sz="700"/>
            </a:lvl1pPr>
            <a:lvl2pPr marL="228370" indent="0">
              <a:buNone/>
              <a:defRPr sz="600"/>
            </a:lvl2pPr>
            <a:lvl3pPr marL="456738" indent="0">
              <a:buNone/>
              <a:defRPr sz="500"/>
            </a:lvl3pPr>
            <a:lvl4pPr marL="685108" indent="0">
              <a:buNone/>
              <a:defRPr sz="400"/>
            </a:lvl4pPr>
            <a:lvl5pPr marL="913478" indent="0">
              <a:buNone/>
              <a:defRPr sz="400"/>
            </a:lvl5pPr>
            <a:lvl6pPr marL="1141847" indent="0">
              <a:buNone/>
              <a:defRPr sz="400"/>
            </a:lvl6pPr>
            <a:lvl7pPr marL="1370216" indent="0">
              <a:buNone/>
              <a:defRPr sz="400"/>
            </a:lvl7pPr>
            <a:lvl8pPr marL="1598586" indent="0">
              <a:buNone/>
              <a:defRPr sz="400"/>
            </a:lvl8pPr>
            <a:lvl9pPr marL="1826955" indent="0">
              <a:buNone/>
              <a:defRPr sz="400"/>
            </a:lvl9pPr>
          </a:lstStyle>
          <a:p>
            <a:pPr lvl="0"/>
            <a:r>
              <a:rPr lang="en-US"/>
              <a:t>Click to edit Master text styles</a:t>
            </a:r>
          </a:p>
        </p:txBody>
      </p:sp>
    </p:spTree>
    <p:extLst>
      <p:ext uri="{BB962C8B-B14F-4D97-AF65-F5344CB8AC3E}">
        <p14:creationId xmlns:p14="http://schemas.microsoft.com/office/powerpoint/2010/main" val="8348676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64222" y="14970857"/>
            <a:ext cx="9073382" cy="1767379"/>
          </a:xfrm>
        </p:spPr>
        <p:txBody>
          <a:bodyPr anchor="b"/>
          <a:lstStyle>
            <a:lvl1pPr algn="l">
              <a:defRPr sz="1000" b="1"/>
            </a:lvl1pPr>
          </a:lstStyle>
          <a:p>
            <a:r>
              <a:rPr lang="en-US"/>
              <a:t>Click to edit Master title style</a:t>
            </a:r>
            <a:endParaRPr lang="en-GB"/>
          </a:p>
        </p:txBody>
      </p:sp>
      <p:sp>
        <p:nvSpPr>
          <p:cNvPr id="3" name="Picture Placeholder 2"/>
          <p:cNvSpPr>
            <a:spLocks noGrp="1"/>
          </p:cNvSpPr>
          <p:nvPr>
            <p:ph type="pic" idx="1"/>
          </p:nvPr>
        </p:nvSpPr>
        <p:spPr>
          <a:xfrm>
            <a:off x="2964222" y="1910734"/>
            <a:ext cx="9073382" cy="12831891"/>
          </a:xfrm>
        </p:spPr>
        <p:txBody>
          <a:bodyPr/>
          <a:lstStyle>
            <a:lvl1pPr marL="0" indent="0">
              <a:buNone/>
              <a:defRPr sz="1600"/>
            </a:lvl1pPr>
            <a:lvl2pPr marL="228370" indent="0">
              <a:buNone/>
              <a:defRPr sz="1400"/>
            </a:lvl2pPr>
            <a:lvl3pPr marL="456738" indent="0">
              <a:buNone/>
              <a:defRPr sz="1200"/>
            </a:lvl3pPr>
            <a:lvl4pPr marL="685108" indent="0">
              <a:buNone/>
              <a:defRPr sz="1000"/>
            </a:lvl4pPr>
            <a:lvl5pPr marL="913478" indent="0">
              <a:buNone/>
              <a:defRPr sz="1000"/>
            </a:lvl5pPr>
            <a:lvl6pPr marL="1141847" indent="0">
              <a:buNone/>
              <a:defRPr sz="1000"/>
            </a:lvl6pPr>
            <a:lvl7pPr marL="1370216" indent="0">
              <a:buNone/>
              <a:defRPr sz="1000"/>
            </a:lvl7pPr>
            <a:lvl8pPr marL="1598586" indent="0">
              <a:buNone/>
              <a:defRPr sz="1000"/>
            </a:lvl8pPr>
            <a:lvl9pPr marL="1826955" indent="0">
              <a:buNone/>
              <a:defRPr sz="1000"/>
            </a:lvl9pPr>
          </a:lstStyle>
          <a:p>
            <a:pPr lvl="0"/>
            <a:endParaRPr lang="en-GB" noProof="0"/>
          </a:p>
        </p:txBody>
      </p:sp>
      <p:sp>
        <p:nvSpPr>
          <p:cNvPr id="4" name="Text Placeholder 3"/>
          <p:cNvSpPr>
            <a:spLocks noGrp="1"/>
          </p:cNvSpPr>
          <p:nvPr>
            <p:ph type="body" sz="half" idx="2"/>
          </p:nvPr>
        </p:nvSpPr>
        <p:spPr>
          <a:xfrm>
            <a:off x="2964222" y="16738235"/>
            <a:ext cx="9073382" cy="2509604"/>
          </a:xfrm>
        </p:spPr>
        <p:txBody>
          <a:bodyPr/>
          <a:lstStyle>
            <a:lvl1pPr marL="0" indent="0">
              <a:buNone/>
              <a:defRPr sz="700"/>
            </a:lvl1pPr>
            <a:lvl2pPr marL="228370" indent="0">
              <a:buNone/>
              <a:defRPr sz="600"/>
            </a:lvl2pPr>
            <a:lvl3pPr marL="456738" indent="0">
              <a:buNone/>
              <a:defRPr sz="500"/>
            </a:lvl3pPr>
            <a:lvl4pPr marL="685108" indent="0">
              <a:buNone/>
              <a:defRPr sz="400"/>
            </a:lvl4pPr>
            <a:lvl5pPr marL="913478" indent="0">
              <a:buNone/>
              <a:defRPr sz="400"/>
            </a:lvl5pPr>
            <a:lvl6pPr marL="1141847" indent="0">
              <a:buNone/>
              <a:defRPr sz="400"/>
            </a:lvl6pPr>
            <a:lvl7pPr marL="1370216" indent="0">
              <a:buNone/>
              <a:defRPr sz="400"/>
            </a:lvl7pPr>
            <a:lvl8pPr marL="1598586" indent="0">
              <a:buNone/>
              <a:defRPr sz="400"/>
            </a:lvl8pPr>
            <a:lvl9pPr marL="1826955" indent="0">
              <a:buNone/>
              <a:defRPr sz="400"/>
            </a:lvl9pPr>
          </a:lstStyle>
          <a:p>
            <a:pPr lvl="0"/>
            <a:r>
              <a:rPr lang="en-US"/>
              <a:t>Click to edit Master text styles</a:t>
            </a:r>
          </a:p>
        </p:txBody>
      </p:sp>
    </p:spTree>
    <p:extLst>
      <p:ext uri="{BB962C8B-B14F-4D97-AF65-F5344CB8AC3E}">
        <p14:creationId xmlns:p14="http://schemas.microsoft.com/office/powerpoint/2010/main" val="39316859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109543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162675" y="827104"/>
            <a:ext cx="3613081" cy="20094746"/>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22763" y="827104"/>
            <a:ext cx="10775892" cy="2009474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273887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34342" y="6644178"/>
            <a:ext cx="12853846" cy="4583492"/>
          </a:xfrm>
        </p:spPr>
        <p:txBody>
          <a:bodyPr/>
          <a:lstStyle/>
          <a:p>
            <a:r>
              <a:rPr lang="en-US"/>
              <a:t>Click to edit Master title style</a:t>
            </a:r>
            <a:endParaRPr lang="en-GB"/>
          </a:p>
        </p:txBody>
      </p:sp>
      <p:sp>
        <p:nvSpPr>
          <p:cNvPr id="3" name="Subtitle 2"/>
          <p:cNvSpPr>
            <a:spLocks noGrp="1"/>
          </p:cNvSpPr>
          <p:nvPr>
            <p:ph type="subTitle" idx="1"/>
          </p:nvPr>
        </p:nvSpPr>
        <p:spPr>
          <a:xfrm>
            <a:off x="2268679" y="12118904"/>
            <a:ext cx="10585168" cy="5466238"/>
          </a:xfrm>
        </p:spPr>
        <p:txBody>
          <a:bodyPr/>
          <a:lstStyle>
            <a:lvl1pPr marL="0" indent="0" algn="ctr">
              <a:buNone/>
              <a:defRPr/>
            </a:lvl1pPr>
            <a:lvl2pPr marL="228370" indent="0" algn="ctr">
              <a:buNone/>
              <a:defRPr/>
            </a:lvl2pPr>
            <a:lvl3pPr marL="456738" indent="0" algn="ctr">
              <a:buNone/>
              <a:defRPr/>
            </a:lvl3pPr>
            <a:lvl4pPr marL="685108" indent="0" algn="ctr">
              <a:buNone/>
              <a:defRPr/>
            </a:lvl4pPr>
            <a:lvl5pPr marL="913478" indent="0" algn="ctr">
              <a:buNone/>
              <a:defRPr/>
            </a:lvl5pPr>
            <a:lvl6pPr marL="1141847" indent="0" algn="ctr">
              <a:buNone/>
              <a:defRPr/>
            </a:lvl6pPr>
            <a:lvl7pPr marL="1370216" indent="0" algn="ctr">
              <a:buNone/>
              <a:defRPr/>
            </a:lvl7pPr>
            <a:lvl8pPr marL="1598586" indent="0" algn="ctr">
              <a:buNone/>
              <a:defRPr/>
            </a:lvl8pPr>
            <a:lvl9pPr marL="1826955"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42916961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5808614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94357" y="13742931"/>
            <a:ext cx="12854513" cy="4247747"/>
          </a:xfrm>
        </p:spPr>
        <p:txBody>
          <a:bodyPr anchor="t"/>
          <a:lstStyle>
            <a:lvl1pPr algn="l">
              <a:defRPr sz="2000" b="1" cap="all"/>
            </a:lvl1pPr>
          </a:lstStyle>
          <a:p>
            <a:r>
              <a:rPr lang="en-US"/>
              <a:t>Click to edit Master title style</a:t>
            </a:r>
            <a:endParaRPr lang="en-GB"/>
          </a:p>
        </p:txBody>
      </p:sp>
      <p:sp>
        <p:nvSpPr>
          <p:cNvPr id="3" name="Text Placeholder 2"/>
          <p:cNvSpPr>
            <a:spLocks noGrp="1"/>
          </p:cNvSpPr>
          <p:nvPr>
            <p:ph type="body" idx="1"/>
          </p:nvPr>
        </p:nvSpPr>
        <p:spPr>
          <a:xfrm>
            <a:off x="1194357" y="9064188"/>
            <a:ext cx="12854513" cy="4678746"/>
          </a:xfrm>
        </p:spPr>
        <p:txBody>
          <a:bodyPr anchor="b"/>
          <a:lstStyle>
            <a:lvl1pPr marL="0" indent="0">
              <a:buNone/>
              <a:defRPr sz="1000"/>
            </a:lvl1pPr>
            <a:lvl2pPr marL="228370" indent="0">
              <a:buNone/>
              <a:defRPr sz="900"/>
            </a:lvl2pPr>
            <a:lvl3pPr marL="456738" indent="0">
              <a:buNone/>
              <a:defRPr sz="800"/>
            </a:lvl3pPr>
            <a:lvl4pPr marL="685108" indent="0">
              <a:buNone/>
              <a:defRPr sz="700"/>
            </a:lvl4pPr>
            <a:lvl5pPr marL="913478" indent="0">
              <a:buNone/>
              <a:defRPr sz="700"/>
            </a:lvl5pPr>
            <a:lvl6pPr marL="1141847" indent="0">
              <a:buNone/>
              <a:defRPr sz="700"/>
            </a:lvl6pPr>
            <a:lvl7pPr marL="1370216" indent="0">
              <a:buNone/>
              <a:defRPr sz="700"/>
            </a:lvl7pPr>
            <a:lvl8pPr marL="1598586" indent="0">
              <a:buNone/>
              <a:defRPr sz="700"/>
            </a:lvl8pPr>
            <a:lvl9pPr marL="1826955" indent="0">
              <a:buNone/>
              <a:defRPr sz="700"/>
            </a:lvl9pPr>
          </a:lstStyle>
          <a:p>
            <a:pPr lvl="0"/>
            <a:r>
              <a:rPr lang="en-US"/>
              <a:t>Click to edit Master text styles</a:t>
            </a:r>
          </a:p>
        </p:txBody>
      </p:sp>
    </p:spTree>
    <p:extLst>
      <p:ext uri="{BB962C8B-B14F-4D97-AF65-F5344CB8AC3E}">
        <p14:creationId xmlns:p14="http://schemas.microsoft.com/office/powerpoint/2010/main" val="34736008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38739" y="3121681"/>
            <a:ext cx="7236165" cy="17800170"/>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7538923" y="3121681"/>
            <a:ext cx="7236832" cy="17800170"/>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351186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56228" y="856339"/>
            <a:ext cx="13610072" cy="3564938"/>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756226" y="4787203"/>
            <a:ext cx="6681333" cy="1995610"/>
          </a:xfrm>
        </p:spPr>
        <p:txBody>
          <a:bodyPr anchor="b"/>
          <a:lstStyle>
            <a:lvl1pPr marL="0" indent="0">
              <a:buNone/>
              <a:defRPr sz="1200" b="1"/>
            </a:lvl1pPr>
            <a:lvl2pPr marL="228370" indent="0">
              <a:buNone/>
              <a:defRPr sz="1000" b="1"/>
            </a:lvl2pPr>
            <a:lvl3pPr marL="456738" indent="0">
              <a:buNone/>
              <a:defRPr sz="900" b="1"/>
            </a:lvl3pPr>
            <a:lvl4pPr marL="685108" indent="0">
              <a:buNone/>
              <a:defRPr sz="800" b="1"/>
            </a:lvl4pPr>
            <a:lvl5pPr marL="913478" indent="0">
              <a:buNone/>
              <a:defRPr sz="800" b="1"/>
            </a:lvl5pPr>
            <a:lvl6pPr marL="1141847" indent="0">
              <a:buNone/>
              <a:defRPr sz="800" b="1"/>
            </a:lvl6pPr>
            <a:lvl7pPr marL="1370216" indent="0">
              <a:buNone/>
              <a:defRPr sz="800" b="1"/>
            </a:lvl7pPr>
            <a:lvl8pPr marL="1598586" indent="0">
              <a:buNone/>
              <a:defRPr sz="800" b="1"/>
            </a:lvl8pPr>
            <a:lvl9pPr marL="1826955" indent="0">
              <a:buNone/>
              <a:defRPr sz="800" b="1"/>
            </a:lvl9pPr>
          </a:lstStyle>
          <a:p>
            <a:pPr lvl="0"/>
            <a:r>
              <a:rPr lang="en-US"/>
              <a:t>Click to edit Master text styles</a:t>
            </a:r>
          </a:p>
        </p:txBody>
      </p:sp>
      <p:sp>
        <p:nvSpPr>
          <p:cNvPr id="4" name="Content Placeholder 3"/>
          <p:cNvSpPr>
            <a:spLocks noGrp="1"/>
          </p:cNvSpPr>
          <p:nvPr>
            <p:ph sz="half" idx="2"/>
          </p:nvPr>
        </p:nvSpPr>
        <p:spPr>
          <a:xfrm>
            <a:off x="756226" y="6782814"/>
            <a:ext cx="6681333" cy="1232167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7682299" y="4787203"/>
            <a:ext cx="6684000" cy="1995610"/>
          </a:xfrm>
        </p:spPr>
        <p:txBody>
          <a:bodyPr anchor="b"/>
          <a:lstStyle>
            <a:lvl1pPr marL="0" indent="0">
              <a:buNone/>
              <a:defRPr sz="1200" b="1"/>
            </a:lvl1pPr>
            <a:lvl2pPr marL="228370" indent="0">
              <a:buNone/>
              <a:defRPr sz="1000" b="1"/>
            </a:lvl2pPr>
            <a:lvl3pPr marL="456738" indent="0">
              <a:buNone/>
              <a:defRPr sz="900" b="1"/>
            </a:lvl3pPr>
            <a:lvl4pPr marL="685108" indent="0">
              <a:buNone/>
              <a:defRPr sz="800" b="1"/>
            </a:lvl4pPr>
            <a:lvl5pPr marL="913478" indent="0">
              <a:buNone/>
              <a:defRPr sz="800" b="1"/>
            </a:lvl5pPr>
            <a:lvl6pPr marL="1141847" indent="0">
              <a:buNone/>
              <a:defRPr sz="800" b="1"/>
            </a:lvl6pPr>
            <a:lvl7pPr marL="1370216" indent="0">
              <a:buNone/>
              <a:defRPr sz="800" b="1"/>
            </a:lvl7pPr>
            <a:lvl8pPr marL="1598586" indent="0">
              <a:buNone/>
              <a:defRPr sz="800" b="1"/>
            </a:lvl8pPr>
            <a:lvl9pPr marL="1826955" indent="0">
              <a:buNone/>
              <a:defRPr sz="800" b="1"/>
            </a:lvl9pPr>
          </a:lstStyle>
          <a:p>
            <a:pPr lvl="0"/>
            <a:r>
              <a:rPr lang="en-US"/>
              <a:t>Click to edit Master text styles</a:t>
            </a:r>
          </a:p>
        </p:txBody>
      </p:sp>
      <p:sp>
        <p:nvSpPr>
          <p:cNvPr id="6" name="Content Placeholder 5"/>
          <p:cNvSpPr>
            <a:spLocks noGrp="1"/>
          </p:cNvSpPr>
          <p:nvPr>
            <p:ph sz="quarter" idx="4"/>
          </p:nvPr>
        </p:nvSpPr>
        <p:spPr>
          <a:xfrm>
            <a:off x="7682299" y="6782814"/>
            <a:ext cx="6684000" cy="1232167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932040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396282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45703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6226" y="851625"/>
            <a:ext cx="4974822" cy="3623410"/>
          </a:xfrm>
        </p:spPr>
        <p:txBody>
          <a:bodyPr anchor="b"/>
          <a:lstStyle>
            <a:lvl1pPr algn="l">
              <a:defRPr sz="1000" b="1"/>
            </a:lvl1pPr>
          </a:lstStyle>
          <a:p>
            <a:r>
              <a:rPr lang="en-US"/>
              <a:t>Click to edit Master title style</a:t>
            </a:r>
            <a:endParaRPr lang="en-GB"/>
          </a:p>
        </p:txBody>
      </p:sp>
      <p:sp>
        <p:nvSpPr>
          <p:cNvPr id="3" name="Content Placeholder 2"/>
          <p:cNvSpPr>
            <a:spLocks noGrp="1"/>
          </p:cNvSpPr>
          <p:nvPr>
            <p:ph idx="1"/>
          </p:nvPr>
        </p:nvSpPr>
        <p:spPr>
          <a:xfrm>
            <a:off x="5912436" y="851625"/>
            <a:ext cx="8453863" cy="18252861"/>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756226" y="4475037"/>
            <a:ext cx="4974822" cy="14629450"/>
          </a:xfrm>
        </p:spPr>
        <p:txBody>
          <a:bodyPr/>
          <a:lstStyle>
            <a:lvl1pPr marL="0" indent="0">
              <a:buNone/>
              <a:defRPr sz="700"/>
            </a:lvl1pPr>
            <a:lvl2pPr marL="228370" indent="0">
              <a:buNone/>
              <a:defRPr sz="600"/>
            </a:lvl2pPr>
            <a:lvl3pPr marL="456738" indent="0">
              <a:buNone/>
              <a:defRPr sz="500"/>
            </a:lvl3pPr>
            <a:lvl4pPr marL="685108" indent="0">
              <a:buNone/>
              <a:defRPr sz="400"/>
            </a:lvl4pPr>
            <a:lvl5pPr marL="913478" indent="0">
              <a:buNone/>
              <a:defRPr sz="400"/>
            </a:lvl5pPr>
            <a:lvl6pPr marL="1141847" indent="0">
              <a:buNone/>
              <a:defRPr sz="400"/>
            </a:lvl6pPr>
            <a:lvl7pPr marL="1370216" indent="0">
              <a:buNone/>
              <a:defRPr sz="400"/>
            </a:lvl7pPr>
            <a:lvl8pPr marL="1598586" indent="0">
              <a:buNone/>
              <a:defRPr sz="400"/>
            </a:lvl8pPr>
            <a:lvl9pPr marL="1826955" indent="0">
              <a:buNone/>
              <a:defRPr sz="400"/>
            </a:lvl9pPr>
          </a:lstStyle>
          <a:p>
            <a:pPr lvl="0"/>
            <a:r>
              <a:rPr lang="en-US"/>
              <a:t>Click to edit Master text styles</a:t>
            </a:r>
          </a:p>
        </p:txBody>
      </p:sp>
    </p:spTree>
    <p:extLst>
      <p:ext uri="{BB962C8B-B14F-4D97-AF65-F5344CB8AC3E}">
        <p14:creationId xmlns:p14="http://schemas.microsoft.com/office/powerpoint/2010/main" val="17921943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64222" y="14970857"/>
            <a:ext cx="9073382" cy="1767379"/>
          </a:xfrm>
        </p:spPr>
        <p:txBody>
          <a:bodyPr anchor="b"/>
          <a:lstStyle>
            <a:lvl1pPr algn="l">
              <a:defRPr sz="1000" b="1"/>
            </a:lvl1pPr>
          </a:lstStyle>
          <a:p>
            <a:r>
              <a:rPr lang="en-US"/>
              <a:t>Click to edit Master title style</a:t>
            </a:r>
            <a:endParaRPr lang="en-GB"/>
          </a:p>
        </p:txBody>
      </p:sp>
      <p:sp>
        <p:nvSpPr>
          <p:cNvPr id="3" name="Picture Placeholder 2"/>
          <p:cNvSpPr>
            <a:spLocks noGrp="1"/>
          </p:cNvSpPr>
          <p:nvPr>
            <p:ph type="pic" idx="1"/>
          </p:nvPr>
        </p:nvSpPr>
        <p:spPr>
          <a:xfrm>
            <a:off x="2964222" y="1910734"/>
            <a:ext cx="9073382" cy="12831891"/>
          </a:xfrm>
        </p:spPr>
        <p:txBody>
          <a:bodyPr/>
          <a:lstStyle>
            <a:lvl1pPr marL="0" indent="0">
              <a:buNone/>
              <a:defRPr sz="1600"/>
            </a:lvl1pPr>
            <a:lvl2pPr marL="228370" indent="0">
              <a:buNone/>
              <a:defRPr sz="1400"/>
            </a:lvl2pPr>
            <a:lvl3pPr marL="456738" indent="0">
              <a:buNone/>
              <a:defRPr sz="1200"/>
            </a:lvl3pPr>
            <a:lvl4pPr marL="685108" indent="0">
              <a:buNone/>
              <a:defRPr sz="1000"/>
            </a:lvl4pPr>
            <a:lvl5pPr marL="913478" indent="0">
              <a:buNone/>
              <a:defRPr sz="1000"/>
            </a:lvl5pPr>
            <a:lvl6pPr marL="1141847" indent="0">
              <a:buNone/>
              <a:defRPr sz="1000"/>
            </a:lvl6pPr>
            <a:lvl7pPr marL="1370216" indent="0">
              <a:buNone/>
              <a:defRPr sz="1000"/>
            </a:lvl7pPr>
            <a:lvl8pPr marL="1598586" indent="0">
              <a:buNone/>
              <a:defRPr sz="1000"/>
            </a:lvl8pPr>
            <a:lvl9pPr marL="1826955" indent="0">
              <a:buNone/>
              <a:defRPr sz="1000"/>
            </a:lvl9pPr>
          </a:lstStyle>
          <a:p>
            <a:pPr lvl="0"/>
            <a:endParaRPr lang="en-GB" noProof="0"/>
          </a:p>
        </p:txBody>
      </p:sp>
      <p:sp>
        <p:nvSpPr>
          <p:cNvPr id="4" name="Text Placeholder 3"/>
          <p:cNvSpPr>
            <a:spLocks noGrp="1"/>
          </p:cNvSpPr>
          <p:nvPr>
            <p:ph type="body" sz="half" idx="2"/>
          </p:nvPr>
        </p:nvSpPr>
        <p:spPr>
          <a:xfrm>
            <a:off x="2964222" y="16738235"/>
            <a:ext cx="9073382" cy="2509604"/>
          </a:xfrm>
        </p:spPr>
        <p:txBody>
          <a:bodyPr/>
          <a:lstStyle>
            <a:lvl1pPr marL="0" indent="0">
              <a:buNone/>
              <a:defRPr sz="700"/>
            </a:lvl1pPr>
            <a:lvl2pPr marL="228370" indent="0">
              <a:buNone/>
              <a:defRPr sz="600"/>
            </a:lvl2pPr>
            <a:lvl3pPr marL="456738" indent="0">
              <a:buNone/>
              <a:defRPr sz="500"/>
            </a:lvl3pPr>
            <a:lvl4pPr marL="685108" indent="0">
              <a:buNone/>
              <a:defRPr sz="400"/>
            </a:lvl4pPr>
            <a:lvl5pPr marL="913478" indent="0">
              <a:buNone/>
              <a:defRPr sz="400"/>
            </a:lvl5pPr>
            <a:lvl6pPr marL="1141847" indent="0">
              <a:buNone/>
              <a:defRPr sz="400"/>
            </a:lvl6pPr>
            <a:lvl7pPr marL="1370216" indent="0">
              <a:buNone/>
              <a:defRPr sz="400"/>
            </a:lvl7pPr>
            <a:lvl8pPr marL="1598586" indent="0">
              <a:buNone/>
              <a:defRPr sz="400"/>
            </a:lvl8pPr>
            <a:lvl9pPr marL="1826955" indent="0">
              <a:buNone/>
              <a:defRPr sz="400"/>
            </a:lvl9pPr>
          </a:lstStyle>
          <a:p>
            <a:pPr lvl="0"/>
            <a:r>
              <a:rPr lang="en-US"/>
              <a:t>Click to edit Master text styles</a:t>
            </a:r>
          </a:p>
        </p:txBody>
      </p:sp>
    </p:spTree>
    <p:extLst>
      <p:ext uri="{BB962C8B-B14F-4D97-AF65-F5344CB8AC3E}">
        <p14:creationId xmlns:p14="http://schemas.microsoft.com/office/powerpoint/2010/main" val="42704825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354363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142001" y="827104"/>
            <a:ext cx="3633754" cy="20094746"/>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238739" y="827104"/>
            <a:ext cx="10839243" cy="2009474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0414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1026" name="Rectangle 36"/>
          <p:cNvSpPr>
            <a:spLocks noChangeArrowheads="1"/>
          </p:cNvSpPr>
          <p:nvPr/>
        </p:nvSpPr>
        <p:spPr bwMode="auto">
          <a:xfrm>
            <a:off x="0" y="0"/>
            <a:ext cx="15122525" cy="264318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674" tIns="22837" rIns="45674" bIns="22837" anchor="ctr"/>
          <a:lstStyle/>
          <a:p>
            <a:endParaRPr lang="en-GB"/>
          </a:p>
        </p:txBody>
      </p:sp>
      <p:sp>
        <p:nvSpPr>
          <p:cNvPr id="1027" name="Rectangle 33"/>
          <p:cNvSpPr>
            <a:spLocks noChangeArrowheads="1"/>
          </p:cNvSpPr>
          <p:nvPr/>
        </p:nvSpPr>
        <p:spPr bwMode="auto">
          <a:xfrm>
            <a:off x="322263" y="3119438"/>
            <a:ext cx="4656137" cy="17799050"/>
          </a:xfrm>
          <a:prstGeom prst="rect">
            <a:avLst/>
          </a:prstGeom>
          <a:solidFill>
            <a:schemeClr val="bg2"/>
          </a:solidFill>
          <a:ln w="9525">
            <a:solidFill>
              <a:schemeClr val="tx1"/>
            </a:solidFill>
            <a:miter lim="800000"/>
            <a:headEnd/>
            <a:tailEnd/>
          </a:ln>
        </p:spPr>
        <p:txBody>
          <a:bodyPr wrap="none" lIns="45674" tIns="22837" rIns="45674" bIns="22837" anchor="ctr"/>
          <a:lstStyle/>
          <a:p>
            <a:endParaRPr lang="en-GB"/>
          </a:p>
        </p:txBody>
      </p:sp>
      <p:sp>
        <p:nvSpPr>
          <p:cNvPr id="1028" name="Rectangle 15"/>
          <p:cNvSpPr>
            <a:spLocks noGrp="1" noChangeArrowheads="1"/>
          </p:cNvSpPr>
          <p:nvPr>
            <p:ph type="title"/>
          </p:nvPr>
        </p:nvSpPr>
        <p:spPr bwMode="auto">
          <a:xfrm>
            <a:off x="331788" y="827088"/>
            <a:ext cx="14444662" cy="143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390" tIns="18692" rIns="37390" bIns="18692" numCol="1" anchor="ctr" anchorCtr="0" compatLnSpc="1">
            <a:prstTxWarp prst="textNoShape">
              <a:avLst/>
            </a:prstTxWarp>
          </a:bodyPr>
          <a:lstStyle/>
          <a:p>
            <a:pPr lvl="0"/>
            <a:r>
              <a:rPr lang="en-US"/>
              <a:t>Click to edit Master title style</a:t>
            </a:r>
          </a:p>
        </p:txBody>
      </p:sp>
      <p:sp>
        <p:nvSpPr>
          <p:cNvPr id="1029" name="Rectangle 16"/>
          <p:cNvSpPr>
            <a:spLocks noGrp="1" noChangeArrowheads="1"/>
          </p:cNvSpPr>
          <p:nvPr>
            <p:ph type="body" idx="1"/>
          </p:nvPr>
        </p:nvSpPr>
        <p:spPr bwMode="auto">
          <a:xfrm>
            <a:off x="331788" y="3119438"/>
            <a:ext cx="4646612" cy="1780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6984" tIns="186984" rIns="186984" bIns="186984" numCol="1" anchor="t" anchorCtr="0" compatLnSpc="1">
            <a:prstTxWarp prst="textNoShape">
              <a:avLst/>
            </a:prstTxWarp>
          </a:bodyPr>
          <a:lstStyle/>
          <a:p>
            <a:pPr lvl="0"/>
            <a:r>
              <a:rPr lang="en-US"/>
              <a:t>Click to edit Master text styles</a:t>
            </a:r>
          </a:p>
          <a:p>
            <a:pPr lvl="1"/>
            <a:r>
              <a:rPr lang="en-US"/>
              <a:t>Second level</a:t>
            </a:r>
          </a:p>
        </p:txBody>
      </p:sp>
      <p:sp>
        <p:nvSpPr>
          <p:cNvPr id="1030" name="Rectangle 25"/>
          <p:cNvSpPr>
            <a:spLocks noChangeArrowheads="1"/>
          </p:cNvSpPr>
          <p:nvPr/>
        </p:nvSpPr>
        <p:spPr bwMode="auto">
          <a:xfrm>
            <a:off x="0" y="0"/>
            <a:ext cx="15122525" cy="2138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45674" tIns="22837" rIns="45674" bIns="22837" anchor="ctr"/>
          <a:lstStyle/>
          <a:p>
            <a:endParaRPr lang="en-GB"/>
          </a:p>
        </p:txBody>
      </p:sp>
      <p:sp>
        <p:nvSpPr>
          <p:cNvPr id="1031" name="Rectangle 40"/>
          <p:cNvSpPr>
            <a:spLocks noChangeArrowheads="1"/>
          </p:cNvSpPr>
          <p:nvPr/>
        </p:nvSpPr>
        <p:spPr bwMode="auto">
          <a:xfrm>
            <a:off x="10118725" y="3119438"/>
            <a:ext cx="4657725" cy="17799050"/>
          </a:xfrm>
          <a:prstGeom prst="rect">
            <a:avLst/>
          </a:prstGeom>
          <a:solidFill>
            <a:schemeClr val="bg2"/>
          </a:solidFill>
          <a:ln w="12700">
            <a:solidFill>
              <a:schemeClr val="tx1"/>
            </a:solidFill>
            <a:miter lim="800000"/>
            <a:headEnd/>
            <a:tailEnd/>
          </a:ln>
        </p:spPr>
        <p:txBody>
          <a:bodyPr wrap="none" lIns="45674" tIns="22837" rIns="45674" bIns="22837" anchor="ctr"/>
          <a:lstStyle/>
          <a:p>
            <a:endParaRPr lang="en-GB"/>
          </a:p>
        </p:txBody>
      </p:sp>
      <p:sp>
        <p:nvSpPr>
          <p:cNvPr id="1032" name="Rectangle 41"/>
          <p:cNvSpPr>
            <a:spLocks noChangeArrowheads="1"/>
          </p:cNvSpPr>
          <p:nvPr/>
        </p:nvSpPr>
        <p:spPr bwMode="auto">
          <a:xfrm>
            <a:off x="5221288" y="3119438"/>
            <a:ext cx="4654550" cy="17799050"/>
          </a:xfrm>
          <a:prstGeom prst="rect">
            <a:avLst/>
          </a:prstGeom>
          <a:solidFill>
            <a:schemeClr val="bg2"/>
          </a:solidFill>
          <a:ln w="12700">
            <a:solidFill>
              <a:schemeClr val="tx1"/>
            </a:solidFill>
            <a:miter lim="800000"/>
            <a:headEnd/>
            <a:tailEnd/>
          </a:ln>
        </p:spPr>
        <p:txBody>
          <a:bodyPr wrap="none" lIns="45674" tIns="22837" rIns="45674" bIns="22837" anchor="ctr"/>
          <a:lstStyle/>
          <a:p>
            <a:endParaRPr lang="en-GB"/>
          </a:p>
        </p:txBody>
      </p:sp>
      <p:sp>
        <p:nvSpPr>
          <p:cNvPr id="1033" name="Text Box 14"/>
          <p:cNvSpPr txBox="1">
            <a:spLocks noChangeArrowheads="1"/>
          </p:cNvSpPr>
          <p:nvPr/>
        </p:nvSpPr>
        <p:spPr bwMode="auto">
          <a:xfrm>
            <a:off x="322263" y="21107400"/>
            <a:ext cx="1652587" cy="77788"/>
          </a:xfrm>
          <a:prstGeom prst="rect">
            <a:avLst/>
          </a:prstGeom>
          <a:noFill/>
          <a:ln>
            <a:noFill/>
          </a:ln>
        </p:spPr>
        <p:txBody>
          <a:bodyPr lIns="37390" tIns="18692" rIns="37390" bIns="18692">
            <a:spAutoFit/>
          </a:bodyPr>
          <a:lstStyle>
            <a:lvl1pPr defTabSz="749300" eaLnBrk="0" hangingPunct="0">
              <a:defRPr sz="2400">
                <a:solidFill>
                  <a:schemeClr val="tx1"/>
                </a:solidFill>
                <a:latin typeface="Arial Narrow" pitchFamily="34" charset="0"/>
                <a:ea typeface="ＭＳ Ｐゴシック"/>
                <a:cs typeface="ＭＳ Ｐゴシック"/>
              </a:defRPr>
            </a:lvl1pPr>
            <a:lvl2pPr marL="742950" indent="-285750" defTabSz="749300" eaLnBrk="0" hangingPunct="0">
              <a:defRPr sz="2400">
                <a:solidFill>
                  <a:schemeClr val="tx1"/>
                </a:solidFill>
                <a:latin typeface="Arial Narrow" pitchFamily="34" charset="0"/>
                <a:ea typeface="ＭＳ Ｐゴシック"/>
                <a:cs typeface="ＭＳ Ｐゴシック"/>
              </a:defRPr>
            </a:lvl2pPr>
            <a:lvl3pPr marL="1143000" indent="-228600" defTabSz="749300" eaLnBrk="0" hangingPunct="0">
              <a:defRPr sz="2400">
                <a:solidFill>
                  <a:schemeClr val="tx1"/>
                </a:solidFill>
                <a:latin typeface="Arial Narrow" pitchFamily="34" charset="0"/>
                <a:ea typeface="ＭＳ Ｐゴシック"/>
                <a:cs typeface="ＭＳ Ｐゴシック"/>
              </a:defRPr>
            </a:lvl3pPr>
            <a:lvl4pPr marL="1600200" indent="-228600" defTabSz="749300" eaLnBrk="0" hangingPunct="0">
              <a:defRPr sz="2400">
                <a:solidFill>
                  <a:schemeClr val="tx1"/>
                </a:solidFill>
                <a:latin typeface="Arial Narrow" pitchFamily="34" charset="0"/>
                <a:ea typeface="ＭＳ Ｐゴシック"/>
                <a:cs typeface="ＭＳ Ｐゴシック"/>
              </a:defRPr>
            </a:lvl4pPr>
            <a:lvl5pPr marL="2057400" indent="-228600" defTabSz="749300" eaLnBrk="0" hangingPunct="0">
              <a:defRPr sz="2400">
                <a:solidFill>
                  <a:schemeClr val="tx1"/>
                </a:solidFill>
                <a:latin typeface="Arial Narrow" pitchFamily="34" charset="0"/>
                <a:ea typeface="ＭＳ Ｐゴシック"/>
                <a:cs typeface="ＭＳ Ｐゴシック"/>
              </a:defRPr>
            </a:lvl5pPr>
            <a:lvl6pPr marL="25146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6pPr>
            <a:lvl7pPr marL="29718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7pPr>
            <a:lvl8pPr marL="34290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8pPr>
            <a:lvl9pPr marL="38862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9pPr>
          </a:lstStyle>
          <a:p>
            <a:pPr>
              <a:lnSpc>
                <a:spcPct val="65000"/>
              </a:lnSpc>
              <a:spcBef>
                <a:spcPct val="50000"/>
              </a:spcBef>
              <a:defRPr/>
            </a:pPr>
            <a:r>
              <a:rPr lang="en-US" sz="400" b="1" dirty="0">
                <a:latin typeface="Arial" pitchFamily="34" charset="0"/>
              </a:rPr>
              <a:t>Poster template by ResearchPosters.co.za</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defTabSz="373063" rtl="0" eaLnBrk="0" fontAlgn="base" hangingPunct="0">
        <a:spcBef>
          <a:spcPct val="0"/>
        </a:spcBef>
        <a:spcAft>
          <a:spcPct val="0"/>
        </a:spcAft>
        <a:defRPr sz="3600">
          <a:solidFill>
            <a:srgbClr val="FFFFFF"/>
          </a:solidFill>
          <a:latin typeface="+mj-lt"/>
          <a:ea typeface="MS PGothic" pitchFamily="34" charset="-128"/>
          <a:cs typeface="ＭＳ Ｐゴシック" charset="-128"/>
        </a:defRPr>
      </a:lvl1pPr>
      <a:lvl2pPr algn="ctr" defTabSz="373063" rtl="0" eaLnBrk="0" fontAlgn="base" hangingPunct="0">
        <a:spcBef>
          <a:spcPct val="0"/>
        </a:spcBef>
        <a:spcAft>
          <a:spcPct val="0"/>
        </a:spcAft>
        <a:defRPr sz="3600">
          <a:solidFill>
            <a:srgbClr val="FFFFFF"/>
          </a:solidFill>
          <a:latin typeface="Arial Black" charset="0"/>
          <a:ea typeface="MS PGothic" pitchFamily="34" charset="-128"/>
          <a:cs typeface="ＭＳ Ｐゴシック" charset="-128"/>
        </a:defRPr>
      </a:lvl2pPr>
      <a:lvl3pPr algn="ctr" defTabSz="373063" rtl="0" eaLnBrk="0" fontAlgn="base" hangingPunct="0">
        <a:spcBef>
          <a:spcPct val="0"/>
        </a:spcBef>
        <a:spcAft>
          <a:spcPct val="0"/>
        </a:spcAft>
        <a:defRPr sz="3600">
          <a:solidFill>
            <a:srgbClr val="FFFFFF"/>
          </a:solidFill>
          <a:latin typeface="Arial Black" charset="0"/>
          <a:ea typeface="MS PGothic" pitchFamily="34" charset="-128"/>
          <a:cs typeface="ＭＳ Ｐゴシック" charset="-128"/>
        </a:defRPr>
      </a:lvl3pPr>
      <a:lvl4pPr algn="ctr" defTabSz="373063" rtl="0" eaLnBrk="0" fontAlgn="base" hangingPunct="0">
        <a:spcBef>
          <a:spcPct val="0"/>
        </a:spcBef>
        <a:spcAft>
          <a:spcPct val="0"/>
        </a:spcAft>
        <a:defRPr sz="3600">
          <a:solidFill>
            <a:srgbClr val="FFFFFF"/>
          </a:solidFill>
          <a:latin typeface="Arial Black" charset="0"/>
          <a:ea typeface="MS PGothic" pitchFamily="34" charset="-128"/>
          <a:cs typeface="ＭＳ Ｐゴシック" charset="-128"/>
        </a:defRPr>
      </a:lvl4pPr>
      <a:lvl5pPr algn="ctr" defTabSz="373063" rtl="0" eaLnBrk="0" fontAlgn="base" hangingPunct="0">
        <a:spcBef>
          <a:spcPct val="0"/>
        </a:spcBef>
        <a:spcAft>
          <a:spcPct val="0"/>
        </a:spcAft>
        <a:defRPr sz="3600">
          <a:solidFill>
            <a:srgbClr val="FFFFFF"/>
          </a:solidFill>
          <a:latin typeface="Arial Black" charset="0"/>
          <a:ea typeface="MS PGothic" pitchFamily="34" charset="-128"/>
          <a:cs typeface="ＭＳ Ｐゴシック" charset="-128"/>
        </a:defRPr>
      </a:lvl5pPr>
      <a:lvl6pPr marL="228370" algn="ctr" defTabSz="374272" rtl="0" fontAlgn="base">
        <a:spcBef>
          <a:spcPct val="0"/>
        </a:spcBef>
        <a:spcAft>
          <a:spcPct val="0"/>
        </a:spcAft>
        <a:defRPr sz="3600">
          <a:solidFill>
            <a:schemeClr val="tx2"/>
          </a:solidFill>
          <a:latin typeface="Arial Black" charset="0"/>
        </a:defRPr>
      </a:lvl6pPr>
      <a:lvl7pPr marL="456738" algn="ctr" defTabSz="374272" rtl="0" fontAlgn="base">
        <a:spcBef>
          <a:spcPct val="0"/>
        </a:spcBef>
        <a:spcAft>
          <a:spcPct val="0"/>
        </a:spcAft>
        <a:defRPr sz="3600">
          <a:solidFill>
            <a:schemeClr val="tx2"/>
          </a:solidFill>
          <a:latin typeface="Arial Black" charset="0"/>
        </a:defRPr>
      </a:lvl7pPr>
      <a:lvl8pPr marL="685108" algn="ctr" defTabSz="374272" rtl="0" fontAlgn="base">
        <a:spcBef>
          <a:spcPct val="0"/>
        </a:spcBef>
        <a:spcAft>
          <a:spcPct val="0"/>
        </a:spcAft>
        <a:defRPr sz="3600">
          <a:solidFill>
            <a:schemeClr val="tx2"/>
          </a:solidFill>
          <a:latin typeface="Arial Black" charset="0"/>
        </a:defRPr>
      </a:lvl8pPr>
      <a:lvl9pPr marL="913478" algn="ctr" defTabSz="374272" rtl="0" fontAlgn="base">
        <a:spcBef>
          <a:spcPct val="0"/>
        </a:spcBef>
        <a:spcAft>
          <a:spcPct val="0"/>
        </a:spcAft>
        <a:defRPr sz="3600">
          <a:solidFill>
            <a:schemeClr val="tx2"/>
          </a:solidFill>
          <a:latin typeface="Arial Black" charset="0"/>
        </a:defRPr>
      </a:lvl9pPr>
    </p:titleStyle>
    <p:bodyStyle>
      <a:lvl1pPr marL="139700" indent="-139700" algn="l" defTabSz="373063" rtl="0" eaLnBrk="0" fontAlgn="base" hangingPunct="0">
        <a:spcBef>
          <a:spcPct val="20000"/>
        </a:spcBef>
        <a:spcAft>
          <a:spcPct val="0"/>
        </a:spcAft>
        <a:buChar char="•"/>
        <a:defRPr sz="1200">
          <a:solidFill>
            <a:schemeClr val="tx2"/>
          </a:solidFill>
          <a:latin typeface="+mn-lt"/>
          <a:ea typeface="MS PGothic" pitchFamily="34" charset="-128"/>
          <a:cs typeface="ＭＳ Ｐゴシック" charset="-128"/>
        </a:defRPr>
      </a:lvl1pPr>
      <a:lvl2pPr marL="301625" indent="-114300" algn="l" defTabSz="373063" rtl="0" eaLnBrk="0" fontAlgn="base" hangingPunct="0">
        <a:spcBef>
          <a:spcPct val="20000"/>
        </a:spcBef>
        <a:spcAft>
          <a:spcPct val="0"/>
        </a:spcAft>
        <a:buChar char="–"/>
        <a:defRPr sz="1200">
          <a:solidFill>
            <a:schemeClr val="tx2"/>
          </a:solidFill>
          <a:latin typeface="+mn-lt"/>
          <a:ea typeface="MS PGothic" pitchFamily="34" charset="-128"/>
          <a:cs typeface="ＭＳ Ｐゴシック"/>
        </a:defRPr>
      </a:lvl2pPr>
      <a:lvl3pPr marL="466725" indent="-93663" algn="l" defTabSz="373063" rtl="0" eaLnBrk="0" fontAlgn="base" hangingPunct="0">
        <a:spcBef>
          <a:spcPct val="20000"/>
        </a:spcBef>
        <a:spcAft>
          <a:spcPct val="0"/>
        </a:spcAft>
        <a:buChar char="•"/>
        <a:defRPr sz="1000">
          <a:solidFill>
            <a:schemeClr val="tx1"/>
          </a:solidFill>
          <a:latin typeface="+mn-lt"/>
          <a:ea typeface="MS PGothic" pitchFamily="34" charset="-128"/>
          <a:cs typeface="ＭＳ Ｐゴシック"/>
        </a:defRPr>
      </a:lvl3pPr>
      <a:lvl4pPr marL="654050" indent="-92075" algn="l" defTabSz="373063" rtl="0" eaLnBrk="0" fontAlgn="base" hangingPunct="0">
        <a:spcBef>
          <a:spcPct val="20000"/>
        </a:spcBef>
        <a:spcAft>
          <a:spcPct val="0"/>
        </a:spcAft>
        <a:buChar char="–"/>
        <a:defRPr sz="800">
          <a:solidFill>
            <a:schemeClr val="tx1"/>
          </a:solidFill>
          <a:latin typeface="+mn-lt"/>
          <a:ea typeface="MS PGothic" pitchFamily="34" charset="-128"/>
          <a:cs typeface="ＭＳ Ｐゴシック"/>
        </a:defRPr>
      </a:lvl4pPr>
      <a:lvl5pPr marL="841375" indent="-92075" algn="l" defTabSz="373063" rtl="0" eaLnBrk="0" fontAlgn="base" hangingPunct="0">
        <a:spcBef>
          <a:spcPct val="20000"/>
        </a:spcBef>
        <a:spcAft>
          <a:spcPct val="0"/>
        </a:spcAft>
        <a:buChar char="»"/>
        <a:defRPr sz="800">
          <a:solidFill>
            <a:schemeClr val="tx1"/>
          </a:solidFill>
          <a:latin typeface="+mn-lt"/>
          <a:ea typeface="MS PGothic" pitchFamily="34" charset="-128"/>
          <a:cs typeface="ＭＳ Ｐゴシック"/>
        </a:defRPr>
      </a:lvl5pPr>
      <a:lvl6pPr marL="1071275" indent="-93568" algn="l" defTabSz="374272" rtl="0" fontAlgn="base">
        <a:spcBef>
          <a:spcPct val="20000"/>
        </a:spcBef>
        <a:spcAft>
          <a:spcPct val="0"/>
        </a:spcAft>
        <a:buChar char="»"/>
        <a:defRPr sz="800">
          <a:solidFill>
            <a:schemeClr val="tx1"/>
          </a:solidFill>
          <a:latin typeface="+mn-lt"/>
          <a:ea typeface="ＭＳ Ｐゴシック" charset="-128"/>
        </a:defRPr>
      </a:lvl6pPr>
      <a:lvl7pPr marL="1299644" indent="-93568" algn="l" defTabSz="374272" rtl="0" fontAlgn="base">
        <a:spcBef>
          <a:spcPct val="20000"/>
        </a:spcBef>
        <a:spcAft>
          <a:spcPct val="0"/>
        </a:spcAft>
        <a:buChar char="»"/>
        <a:defRPr sz="800">
          <a:solidFill>
            <a:schemeClr val="tx1"/>
          </a:solidFill>
          <a:latin typeface="+mn-lt"/>
          <a:ea typeface="ＭＳ Ｐゴシック" charset="-128"/>
        </a:defRPr>
      </a:lvl7pPr>
      <a:lvl8pPr marL="1528013" indent="-93568" algn="l" defTabSz="374272" rtl="0" fontAlgn="base">
        <a:spcBef>
          <a:spcPct val="20000"/>
        </a:spcBef>
        <a:spcAft>
          <a:spcPct val="0"/>
        </a:spcAft>
        <a:buChar char="»"/>
        <a:defRPr sz="800">
          <a:solidFill>
            <a:schemeClr val="tx1"/>
          </a:solidFill>
          <a:latin typeface="+mn-lt"/>
          <a:ea typeface="ＭＳ Ｐゴシック" charset="-128"/>
        </a:defRPr>
      </a:lvl8pPr>
      <a:lvl9pPr marL="1756383" indent="-93568" algn="l" defTabSz="374272" rtl="0" fontAlgn="base">
        <a:spcBef>
          <a:spcPct val="20000"/>
        </a:spcBef>
        <a:spcAft>
          <a:spcPct val="0"/>
        </a:spcAft>
        <a:buChar char="»"/>
        <a:defRPr sz="800">
          <a:solidFill>
            <a:schemeClr val="tx1"/>
          </a:solidFill>
          <a:latin typeface="+mn-lt"/>
          <a:ea typeface="ＭＳ Ｐゴシック" charset="-128"/>
        </a:defRPr>
      </a:lvl9pPr>
    </p:bodyStyle>
    <p:otherStyle>
      <a:defPPr>
        <a:defRPr lang="en-GB"/>
      </a:defPPr>
      <a:lvl1pPr marL="0" algn="l" defTabSz="228370" rtl="0" eaLnBrk="1" latinLnBrk="0" hangingPunct="1">
        <a:defRPr sz="900" kern="1200">
          <a:solidFill>
            <a:schemeClr val="tx1"/>
          </a:solidFill>
          <a:latin typeface="+mn-lt"/>
          <a:ea typeface="+mn-ea"/>
          <a:cs typeface="+mn-cs"/>
        </a:defRPr>
      </a:lvl1pPr>
      <a:lvl2pPr marL="228370" algn="l" defTabSz="228370" rtl="0" eaLnBrk="1" latinLnBrk="0" hangingPunct="1">
        <a:defRPr sz="900" kern="1200">
          <a:solidFill>
            <a:schemeClr val="tx1"/>
          </a:solidFill>
          <a:latin typeface="+mn-lt"/>
          <a:ea typeface="+mn-ea"/>
          <a:cs typeface="+mn-cs"/>
        </a:defRPr>
      </a:lvl2pPr>
      <a:lvl3pPr marL="456738" algn="l" defTabSz="228370" rtl="0" eaLnBrk="1" latinLnBrk="0" hangingPunct="1">
        <a:defRPr sz="900" kern="1200">
          <a:solidFill>
            <a:schemeClr val="tx1"/>
          </a:solidFill>
          <a:latin typeface="+mn-lt"/>
          <a:ea typeface="+mn-ea"/>
          <a:cs typeface="+mn-cs"/>
        </a:defRPr>
      </a:lvl3pPr>
      <a:lvl4pPr marL="685108" algn="l" defTabSz="228370" rtl="0" eaLnBrk="1" latinLnBrk="0" hangingPunct="1">
        <a:defRPr sz="900" kern="1200">
          <a:solidFill>
            <a:schemeClr val="tx1"/>
          </a:solidFill>
          <a:latin typeface="+mn-lt"/>
          <a:ea typeface="+mn-ea"/>
          <a:cs typeface="+mn-cs"/>
        </a:defRPr>
      </a:lvl4pPr>
      <a:lvl5pPr marL="913478" algn="l" defTabSz="228370" rtl="0" eaLnBrk="1" latinLnBrk="0" hangingPunct="1">
        <a:defRPr sz="900" kern="1200">
          <a:solidFill>
            <a:schemeClr val="tx1"/>
          </a:solidFill>
          <a:latin typeface="+mn-lt"/>
          <a:ea typeface="+mn-ea"/>
          <a:cs typeface="+mn-cs"/>
        </a:defRPr>
      </a:lvl5pPr>
      <a:lvl6pPr marL="1141847" algn="l" defTabSz="228370" rtl="0" eaLnBrk="1" latinLnBrk="0" hangingPunct="1">
        <a:defRPr sz="900" kern="1200">
          <a:solidFill>
            <a:schemeClr val="tx1"/>
          </a:solidFill>
          <a:latin typeface="+mn-lt"/>
          <a:ea typeface="+mn-ea"/>
          <a:cs typeface="+mn-cs"/>
        </a:defRPr>
      </a:lvl6pPr>
      <a:lvl7pPr marL="1370216" algn="l" defTabSz="228370" rtl="0" eaLnBrk="1" latinLnBrk="0" hangingPunct="1">
        <a:defRPr sz="900" kern="1200">
          <a:solidFill>
            <a:schemeClr val="tx1"/>
          </a:solidFill>
          <a:latin typeface="+mn-lt"/>
          <a:ea typeface="+mn-ea"/>
          <a:cs typeface="+mn-cs"/>
        </a:defRPr>
      </a:lvl7pPr>
      <a:lvl8pPr marL="1598586" algn="l" defTabSz="228370" rtl="0" eaLnBrk="1" latinLnBrk="0" hangingPunct="1">
        <a:defRPr sz="900" kern="1200">
          <a:solidFill>
            <a:schemeClr val="tx1"/>
          </a:solidFill>
          <a:latin typeface="+mn-lt"/>
          <a:ea typeface="+mn-ea"/>
          <a:cs typeface="+mn-cs"/>
        </a:defRPr>
      </a:lvl8pPr>
      <a:lvl9pPr marL="1826955" algn="l" defTabSz="228370" rtl="0" eaLnBrk="1" latinLnBrk="0" hangingPunct="1">
        <a:defRPr sz="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5"/>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0"/>
            <a:ext cx="15122525" cy="273526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674" tIns="22837" rIns="45674" bIns="22837" anchor="ctr"/>
          <a:lstStyle/>
          <a:p>
            <a:endParaRPr lang="en-GB"/>
          </a:p>
        </p:txBody>
      </p:sp>
      <p:sp>
        <p:nvSpPr>
          <p:cNvPr id="2051" name="Rectangle 3"/>
          <p:cNvSpPr>
            <a:spLocks noChangeArrowheads="1"/>
          </p:cNvSpPr>
          <p:nvPr/>
        </p:nvSpPr>
        <p:spPr bwMode="auto">
          <a:xfrm>
            <a:off x="323850" y="3121025"/>
            <a:ext cx="3435350" cy="17800638"/>
          </a:xfrm>
          <a:prstGeom prst="rect">
            <a:avLst/>
          </a:prstGeom>
          <a:solidFill>
            <a:schemeClr val="bg2"/>
          </a:solidFill>
          <a:ln w="9525">
            <a:solidFill>
              <a:schemeClr val="tx1"/>
            </a:solidFill>
            <a:miter lim="800000"/>
            <a:headEnd/>
            <a:tailEnd/>
          </a:ln>
        </p:spPr>
        <p:txBody>
          <a:bodyPr wrap="none" lIns="45674" tIns="22837" rIns="45674" bIns="22837" anchor="ctr"/>
          <a:lstStyle/>
          <a:p>
            <a:endParaRPr lang="en-GB"/>
          </a:p>
        </p:txBody>
      </p:sp>
      <p:sp>
        <p:nvSpPr>
          <p:cNvPr id="2052" name="Rectangle 6"/>
          <p:cNvSpPr>
            <a:spLocks noGrp="1" noChangeArrowheads="1"/>
          </p:cNvSpPr>
          <p:nvPr>
            <p:ph type="title"/>
          </p:nvPr>
        </p:nvSpPr>
        <p:spPr bwMode="auto">
          <a:xfrm>
            <a:off x="331788" y="827088"/>
            <a:ext cx="14444662" cy="143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390" tIns="18692" rIns="37390" bIns="18692" numCol="1" anchor="ctr" anchorCtr="0" compatLnSpc="1">
            <a:prstTxWarp prst="textNoShape">
              <a:avLst/>
            </a:prstTxWarp>
          </a:bodyPr>
          <a:lstStyle/>
          <a:p>
            <a:pPr lvl="0"/>
            <a:r>
              <a:rPr lang="en-US"/>
              <a:t>Click to edit Master title style</a:t>
            </a:r>
          </a:p>
        </p:txBody>
      </p:sp>
      <p:sp>
        <p:nvSpPr>
          <p:cNvPr id="2053" name="Rectangle 7"/>
          <p:cNvSpPr>
            <a:spLocks noGrp="1" noChangeArrowheads="1"/>
          </p:cNvSpPr>
          <p:nvPr>
            <p:ph type="body" idx="1"/>
          </p:nvPr>
        </p:nvSpPr>
        <p:spPr bwMode="auto">
          <a:xfrm>
            <a:off x="323850" y="3128963"/>
            <a:ext cx="3435350" cy="1780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6984" tIns="186984" rIns="186984" bIns="186984" numCol="1" anchor="t" anchorCtr="0" compatLnSpc="1">
            <a:prstTxWarp prst="textNoShape">
              <a:avLst/>
            </a:prstTxWarp>
          </a:bodyPr>
          <a:lstStyle/>
          <a:p>
            <a:pPr lvl="0"/>
            <a:r>
              <a:rPr lang="en-US"/>
              <a:t>Click to edit Master text styles</a:t>
            </a:r>
          </a:p>
          <a:p>
            <a:pPr lvl="1"/>
            <a:r>
              <a:rPr lang="en-US"/>
              <a:t>Second level</a:t>
            </a:r>
          </a:p>
        </p:txBody>
      </p:sp>
      <p:sp>
        <p:nvSpPr>
          <p:cNvPr id="2054" name="Rectangle 8"/>
          <p:cNvSpPr>
            <a:spLocks noChangeArrowheads="1"/>
          </p:cNvSpPr>
          <p:nvPr/>
        </p:nvSpPr>
        <p:spPr bwMode="auto">
          <a:xfrm>
            <a:off x="0" y="0"/>
            <a:ext cx="15122525" cy="2138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45674" tIns="22837" rIns="45674" bIns="22837" anchor="ctr"/>
          <a:lstStyle/>
          <a:p>
            <a:endParaRPr lang="en-GB"/>
          </a:p>
        </p:txBody>
      </p:sp>
      <p:sp>
        <p:nvSpPr>
          <p:cNvPr id="2055" name="Rectangle 9"/>
          <p:cNvSpPr>
            <a:spLocks noChangeArrowheads="1"/>
          </p:cNvSpPr>
          <p:nvPr/>
        </p:nvSpPr>
        <p:spPr bwMode="auto">
          <a:xfrm>
            <a:off x="3959225" y="3121025"/>
            <a:ext cx="7153275" cy="17800638"/>
          </a:xfrm>
          <a:prstGeom prst="rect">
            <a:avLst/>
          </a:prstGeom>
          <a:solidFill>
            <a:schemeClr val="bg2"/>
          </a:solidFill>
          <a:ln w="9525">
            <a:solidFill>
              <a:schemeClr val="tx1"/>
            </a:solidFill>
            <a:miter lim="800000"/>
            <a:headEnd/>
            <a:tailEnd/>
          </a:ln>
        </p:spPr>
        <p:txBody>
          <a:bodyPr wrap="none" lIns="45674" tIns="22837" rIns="45674" bIns="22837" anchor="ctr"/>
          <a:lstStyle/>
          <a:p>
            <a:endParaRPr lang="en-GB"/>
          </a:p>
        </p:txBody>
      </p:sp>
      <p:sp>
        <p:nvSpPr>
          <p:cNvPr id="2056" name="Rectangle 11"/>
          <p:cNvSpPr>
            <a:spLocks noChangeArrowheads="1"/>
          </p:cNvSpPr>
          <p:nvPr/>
        </p:nvSpPr>
        <p:spPr bwMode="auto">
          <a:xfrm>
            <a:off x="11337925" y="3121025"/>
            <a:ext cx="3438525" cy="17800638"/>
          </a:xfrm>
          <a:prstGeom prst="rect">
            <a:avLst/>
          </a:prstGeom>
          <a:solidFill>
            <a:schemeClr val="bg2"/>
          </a:solidFill>
          <a:ln w="9525">
            <a:solidFill>
              <a:schemeClr val="tx1"/>
            </a:solidFill>
            <a:miter lim="800000"/>
            <a:headEnd/>
            <a:tailEnd/>
          </a:ln>
        </p:spPr>
        <p:txBody>
          <a:bodyPr wrap="none" lIns="45674" tIns="22837" rIns="45674" bIns="22837" anchor="ctr"/>
          <a:lstStyle/>
          <a:p>
            <a:endParaRPr lang="en-GB"/>
          </a:p>
        </p:txBody>
      </p:sp>
      <p:sp>
        <p:nvSpPr>
          <p:cNvPr id="2057" name="Text Box 14"/>
          <p:cNvSpPr txBox="1">
            <a:spLocks noChangeArrowheads="1"/>
          </p:cNvSpPr>
          <p:nvPr/>
        </p:nvSpPr>
        <p:spPr bwMode="auto">
          <a:xfrm>
            <a:off x="323850" y="21115338"/>
            <a:ext cx="1651000" cy="77787"/>
          </a:xfrm>
          <a:prstGeom prst="rect">
            <a:avLst/>
          </a:prstGeom>
          <a:noFill/>
          <a:ln>
            <a:noFill/>
          </a:ln>
        </p:spPr>
        <p:txBody>
          <a:bodyPr lIns="37390" tIns="18692" rIns="37390" bIns="18692">
            <a:spAutoFit/>
          </a:bodyPr>
          <a:lstStyle>
            <a:lvl1pPr defTabSz="749300" eaLnBrk="0" hangingPunct="0">
              <a:defRPr sz="2400">
                <a:solidFill>
                  <a:schemeClr val="tx1"/>
                </a:solidFill>
                <a:latin typeface="Arial Narrow" pitchFamily="34" charset="0"/>
                <a:ea typeface="ＭＳ Ｐゴシック"/>
                <a:cs typeface="ＭＳ Ｐゴシック"/>
              </a:defRPr>
            </a:lvl1pPr>
            <a:lvl2pPr marL="742950" indent="-285750" defTabSz="749300" eaLnBrk="0" hangingPunct="0">
              <a:defRPr sz="2400">
                <a:solidFill>
                  <a:schemeClr val="tx1"/>
                </a:solidFill>
                <a:latin typeface="Arial Narrow" pitchFamily="34" charset="0"/>
                <a:ea typeface="ＭＳ Ｐゴシック"/>
                <a:cs typeface="ＭＳ Ｐゴシック"/>
              </a:defRPr>
            </a:lvl2pPr>
            <a:lvl3pPr marL="1143000" indent="-228600" defTabSz="749300" eaLnBrk="0" hangingPunct="0">
              <a:defRPr sz="2400">
                <a:solidFill>
                  <a:schemeClr val="tx1"/>
                </a:solidFill>
                <a:latin typeface="Arial Narrow" pitchFamily="34" charset="0"/>
                <a:ea typeface="ＭＳ Ｐゴシック"/>
                <a:cs typeface="ＭＳ Ｐゴシック"/>
              </a:defRPr>
            </a:lvl3pPr>
            <a:lvl4pPr marL="1600200" indent="-228600" defTabSz="749300" eaLnBrk="0" hangingPunct="0">
              <a:defRPr sz="2400">
                <a:solidFill>
                  <a:schemeClr val="tx1"/>
                </a:solidFill>
                <a:latin typeface="Arial Narrow" pitchFamily="34" charset="0"/>
                <a:ea typeface="ＭＳ Ｐゴシック"/>
                <a:cs typeface="ＭＳ Ｐゴシック"/>
              </a:defRPr>
            </a:lvl4pPr>
            <a:lvl5pPr marL="2057400" indent="-228600" defTabSz="749300" eaLnBrk="0" hangingPunct="0">
              <a:defRPr sz="2400">
                <a:solidFill>
                  <a:schemeClr val="tx1"/>
                </a:solidFill>
                <a:latin typeface="Arial Narrow" pitchFamily="34" charset="0"/>
                <a:ea typeface="ＭＳ Ｐゴシック"/>
                <a:cs typeface="ＭＳ Ｐゴシック"/>
              </a:defRPr>
            </a:lvl5pPr>
            <a:lvl6pPr marL="25146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6pPr>
            <a:lvl7pPr marL="29718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7pPr>
            <a:lvl8pPr marL="34290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8pPr>
            <a:lvl9pPr marL="38862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9pPr>
          </a:lstStyle>
          <a:p>
            <a:pPr>
              <a:lnSpc>
                <a:spcPct val="65000"/>
              </a:lnSpc>
              <a:spcBef>
                <a:spcPct val="50000"/>
              </a:spcBef>
              <a:defRPr/>
            </a:pPr>
            <a:r>
              <a:rPr lang="en-US" sz="400" b="1" dirty="0">
                <a:latin typeface="Arial" pitchFamily="34" charset="0"/>
              </a:rPr>
              <a:t>Poster template by ResearchPosters.co.za</a:t>
            </a: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373063" rtl="0" eaLnBrk="0" fontAlgn="base" hangingPunct="0">
        <a:spcBef>
          <a:spcPct val="0"/>
        </a:spcBef>
        <a:spcAft>
          <a:spcPct val="0"/>
        </a:spcAft>
        <a:defRPr sz="3500">
          <a:solidFill>
            <a:schemeClr val="bg1"/>
          </a:solidFill>
          <a:latin typeface="+mj-lt"/>
          <a:ea typeface="MS PGothic" pitchFamily="34" charset="-128"/>
          <a:cs typeface="ＭＳ Ｐゴシック" charset="-128"/>
        </a:defRPr>
      </a:lvl1pPr>
      <a:lvl2pPr algn="ctr" defTabSz="373063" rtl="0" eaLnBrk="0" fontAlgn="base" hangingPunct="0">
        <a:spcBef>
          <a:spcPct val="0"/>
        </a:spcBef>
        <a:spcAft>
          <a:spcPct val="0"/>
        </a:spcAft>
        <a:defRPr sz="3500">
          <a:solidFill>
            <a:schemeClr val="bg1"/>
          </a:solidFill>
          <a:latin typeface="Arial Black" charset="0"/>
          <a:ea typeface="MS PGothic" pitchFamily="34" charset="-128"/>
          <a:cs typeface="ＭＳ Ｐゴシック" charset="-128"/>
        </a:defRPr>
      </a:lvl2pPr>
      <a:lvl3pPr algn="ctr" defTabSz="373063" rtl="0" eaLnBrk="0" fontAlgn="base" hangingPunct="0">
        <a:spcBef>
          <a:spcPct val="0"/>
        </a:spcBef>
        <a:spcAft>
          <a:spcPct val="0"/>
        </a:spcAft>
        <a:defRPr sz="3500">
          <a:solidFill>
            <a:schemeClr val="bg1"/>
          </a:solidFill>
          <a:latin typeface="Arial Black" charset="0"/>
          <a:ea typeface="MS PGothic" pitchFamily="34" charset="-128"/>
          <a:cs typeface="ＭＳ Ｐゴシック" charset="-128"/>
        </a:defRPr>
      </a:lvl3pPr>
      <a:lvl4pPr algn="ctr" defTabSz="373063" rtl="0" eaLnBrk="0" fontAlgn="base" hangingPunct="0">
        <a:spcBef>
          <a:spcPct val="0"/>
        </a:spcBef>
        <a:spcAft>
          <a:spcPct val="0"/>
        </a:spcAft>
        <a:defRPr sz="3500">
          <a:solidFill>
            <a:schemeClr val="bg1"/>
          </a:solidFill>
          <a:latin typeface="Arial Black" charset="0"/>
          <a:ea typeface="MS PGothic" pitchFamily="34" charset="-128"/>
          <a:cs typeface="ＭＳ Ｐゴシック" charset="-128"/>
        </a:defRPr>
      </a:lvl4pPr>
      <a:lvl5pPr algn="ctr" defTabSz="373063" rtl="0" eaLnBrk="0" fontAlgn="base" hangingPunct="0">
        <a:spcBef>
          <a:spcPct val="0"/>
        </a:spcBef>
        <a:spcAft>
          <a:spcPct val="0"/>
        </a:spcAft>
        <a:defRPr sz="3500">
          <a:solidFill>
            <a:schemeClr val="bg1"/>
          </a:solidFill>
          <a:latin typeface="Arial Black" charset="0"/>
          <a:ea typeface="MS PGothic" pitchFamily="34" charset="-128"/>
          <a:cs typeface="ＭＳ Ｐゴシック" charset="-128"/>
        </a:defRPr>
      </a:lvl5pPr>
      <a:lvl6pPr marL="228370" algn="ctr" defTabSz="374272" rtl="0" fontAlgn="base">
        <a:spcBef>
          <a:spcPct val="0"/>
        </a:spcBef>
        <a:spcAft>
          <a:spcPct val="0"/>
        </a:spcAft>
        <a:defRPr sz="3500">
          <a:solidFill>
            <a:schemeClr val="tx2"/>
          </a:solidFill>
          <a:latin typeface="Arial Black" charset="0"/>
        </a:defRPr>
      </a:lvl6pPr>
      <a:lvl7pPr marL="456738" algn="ctr" defTabSz="374272" rtl="0" fontAlgn="base">
        <a:spcBef>
          <a:spcPct val="0"/>
        </a:spcBef>
        <a:spcAft>
          <a:spcPct val="0"/>
        </a:spcAft>
        <a:defRPr sz="3500">
          <a:solidFill>
            <a:schemeClr val="tx2"/>
          </a:solidFill>
          <a:latin typeface="Arial Black" charset="0"/>
        </a:defRPr>
      </a:lvl7pPr>
      <a:lvl8pPr marL="685108" algn="ctr" defTabSz="374272" rtl="0" fontAlgn="base">
        <a:spcBef>
          <a:spcPct val="0"/>
        </a:spcBef>
        <a:spcAft>
          <a:spcPct val="0"/>
        </a:spcAft>
        <a:defRPr sz="3500">
          <a:solidFill>
            <a:schemeClr val="tx2"/>
          </a:solidFill>
          <a:latin typeface="Arial Black" charset="0"/>
        </a:defRPr>
      </a:lvl8pPr>
      <a:lvl9pPr marL="913478" algn="ctr" defTabSz="374272" rtl="0" fontAlgn="base">
        <a:spcBef>
          <a:spcPct val="0"/>
        </a:spcBef>
        <a:spcAft>
          <a:spcPct val="0"/>
        </a:spcAft>
        <a:defRPr sz="3500">
          <a:solidFill>
            <a:schemeClr val="tx2"/>
          </a:solidFill>
          <a:latin typeface="Arial Black" charset="0"/>
        </a:defRPr>
      </a:lvl9pPr>
    </p:titleStyle>
    <p:bodyStyle>
      <a:lvl1pPr marL="139700" indent="-139700" algn="l" defTabSz="373063" rtl="0" eaLnBrk="0" fontAlgn="base" hangingPunct="0">
        <a:spcBef>
          <a:spcPct val="20000"/>
        </a:spcBef>
        <a:spcAft>
          <a:spcPct val="0"/>
        </a:spcAft>
        <a:buChar char="•"/>
        <a:defRPr sz="1200">
          <a:solidFill>
            <a:schemeClr val="tx2"/>
          </a:solidFill>
          <a:latin typeface="+mn-lt"/>
          <a:ea typeface="MS PGothic" pitchFamily="34" charset="-128"/>
          <a:cs typeface="ＭＳ Ｐゴシック" charset="-128"/>
        </a:defRPr>
      </a:lvl1pPr>
      <a:lvl2pPr marL="301625" indent="-114300" algn="l" defTabSz="373063" rtl="0" eaLnBrk="0" fontAlgn="base" hangingPunct="0">
        <a:spcBef>
          <a:spcPct val="20000"/>
        </a:spcBef>
        <a:spcAft>
          <a:spcPct val="0"/>
        </a:spcAft>
        <a:buChar char="–"/>
        <a:defRPr sz="1200">
          <a:solidFill>
            <a:schemeClr val="tx2"/>
          </a:solidFill>
          <a:latin typeface="+mn-lt"/>
          <a:ea typeface="MS PGothic" pitchFamily="34" charset="-128"/>
          <a:cs typeface="ＭＳ Ｐゴシック"/>
        </a:defRPr>
      </a:lvl2pPr>
      <a:lvl3pPr marL="466725" indent="-93663" algn="l" defTabSz="373063" rtl="0" eaLnBrk="0" fontAlgn="base" hangingPunct="0">
        <a:spcBef>
          <a:spcPct val="20000"/>
        </a:spcBef>
        <a:spcAft>
          <a:spcPct val="0"/>
        </a:spcAft>
        <a:buChar char="•"/>
        <a:defRPr sz="1000">
          <a:solidFill>
            <a:schemeClr val="tx1"/>
          </a:solidFill>
          <a:latin typeface="+mn-lt"/>
          <a:ea typeface="MS PGothic" pitchFamily="34" charset="-128"/>
          <a:cs typeface="ＭＳ Ｐゴシック"/>
        </a:defRPr>
      </a:lvl3pPr>
      <a:lvl4pPr marL="654050" indent="-92075" algn="l" defTabSz="373063" rtl="0" eaLnBrk="0" fontAlgn="base" hangingPunct="0">
        <a:spcBef>
          <a:spcPct val="20000"/>
        </a:spcBef>
        <a:spcAft>
          <a:spcPct val="0"/>
        </a:spcAft>
        <a:buChar char="–"/>
        <a:defRPr sz="800">
          <a:solidFill>
            <a:schemeClr val="tx1"/>
          </a:solidFill>
          <a:latin typeface="+mn-lt"/>
          <a:ea typeface="MS PGothic" pitchFamily="34" charset="-128"/>
          <a:cs typeface="ＭＳ Ｐゴシック"/>
        </a:defRPr>
      </a:lvl4pPr>
      <a:lvl5pPr marL="841375" indent="-92075" algn="l" defTabSz="373063" rtl="0" eaLnBrk="0" fontAlgn="base" hangingPunct="0">
        <a:spcBef>
          <a:spcPct val="20000"/>
        </a:spcBef>
        <a:spcAft>
          <a:spcPct val="0"/>
        </a:spcAft>
        <a:buChar char="»"/>
        <a:defRPr sz="800">
          <a:solidFill>
            <a:schemeClr val="tx1"/>
          </a:solidFill>
          <a:latin typeface="+mn-lt"/>
          <a:ea typeface="MS PGothic" pitchFamily="34" charset="-128"/>
          <a:cs typeface="ＭＳ Ｐゴシック"/>
        </a:defRPr>
      </a:lvl5pPr>
      <a:lvl6pPr marL="1071275" indent="-93568" algn="l" defTabSz="374272" rtl="0" fontAlgn="base">
        <a:spcBef>
          <a:spcPct val="20000"/>
        </a:spcBef>
        <a:spcAft>
          <a:spcPct val="0"/>
        </a:spcAft>
        <a:buChar char="»"/>
        <a:defRPr sz="800">
          <a:solidFill>
            <a:schemeClr val="tx1"/>
          </a:solidFill>
          <a:latin typeface="+mn-lt"/>
          <a:ea typeface="ＭＳ Ｐゴシック" charset="-128"/>
        </a:defRPr>
      </a:lvl6pPr>
      <a:lvl7pPr marL="1299644" indent="-93568" algn="l" defTabSz="374272" rtl="0" fontAlgn="base">
        <a:spcBef>
          <a:spcPct val="20000"/>
        </a:spcBef>
        <a:spcAft>
          <a:spcPct val="0"/>
        </a:spcAft>
        <a:buChar char="»"/>
        <a:defRPr sz="800">
          <a:solidFill>
            <a:schemeClr val="tx1"/>
          </a:solidFill>
          <a:latin typeface="+mn-lt"/>
          <a:ea typeface="ＭＳ Ｐゴシック" charset="-128"/>
        </a:defRPr>
      </a:lvl7pPr>
      <a:lvl8pPr marL="1528013" indent="-93568" algn="l" defTabSz="374272" rtl="0" fontAlgn="base">
        <a:spcBef>
          <a:spcPct val="20000"/>
        </a:spcBef>
        <a:spcAft>
          <a:spcPct val="0"/>
        </a:spcAft>
        <a:buChar char="»"/>
        <a:defRPr sz="800">
          <a:solidFill>
            <a:schemeClr val="tx1"/>
          </a:solidFill>
          <a:latin typeface="+mn-lt"/>
          <a:ea typeface="ＭＳ Ｐゴシック" charset="-128"/>
        </a:defRPr>
      </a:lvl8pPr>
      <a:lvl9pPr marL="1756383" indent="-93568" algn="l" defTabSz="374272" rtl="0" fontAlgn="base">
        <a:spcBef>
          <a:spcPct val="20000"/>
        </a:spcBef>
        <a:spcAft>
          <a:spcPct val="0"/>
        </a:spcAft>
        <a:buChar char="»"/>
        <a:defRPr sz="800">
          <a:solidFill>
            <a:schemeClr val="tx1"/>
          </a:solidFill>
          <a:latin typeface="+mn-lt"/>
          <a:ea typeface="ＭＳ Ｐゴシック" charset="-128"/>
        </a:defRPr>
      </a:lvl9pPr>
    </p:bodyStyle>
    <p:otherStyle>
      <a:defPPr>
        <a:defRPr lang="en-GB"/>
      </a:defPPr>
      <a:lvl1pPr marL="0" algn="l" defTabSz="228370" rtl="0" eaLnBrk="1" latinLnBrk="0" hangingPunct="1">
        <a:defRPr sz="900" kern="1200">
          <a:solidFill>
            <a:schemeClr val="tx1"/>
          </a:solidFill>
          <a:latin typeface="+mn-lt"/>
          <a:ea typeface="+mn-ea"/>
          <a:cs typeface="+mn-cs"/>
        </a:defRPr>
      </a:lvl1pPr>
      <a:lvl2pPr marL="228370" algn="l" defTabSz="228370" rtl="0" eaLnBrk="1" latinLnBrk="0" hangingPunct="1">
        <a:defRPr sz="900" kern="1200">
          <a:solidFill>
            <a:schemeClr val="tx1"/>
          </a:solidFill>
          <a:latin typeface="+mn-lt"/>
          <a:ea typeface="+mn-ea"/>
          <a:cs typeface="+mn-cs"/>
        </a:defRPr>
      </a:lvl2pPr>
      <a:lvl3pPr marL="456738" algn="l" defTabSz="228370" rtl="0" eaLnBrk="1" latinLnBrk="0" hangingPunct="1">
        <a:defRPr sz="900" kern="1200">
          <a:solidFill>
            <a:schemeClr val="tx1"/>
          </a:solidFill>
          <a:latin typeface="+mn-lt"/>
          <a:ea typeface="+mn-ea"/>
          <a:cs typeface="+mn-cs"/>
        </a:defRPr>
      </a:lvl3pPr>
      <a:lvl4pPr marL="685108" algn="l" defTabSz="228370" rtl="0" eaLnBrk="1" latinLnBrk="0" hangingPunct="1">
        <a:defRPr sz="900" kern="1200">
          <a:solidFill>
            <a:schemeClr val="tx1"/>
          </a:solidFill>
          <a:latin typeface="+mn-lt"/>
          <a:ea typeface="+mn-ea"/>
          <a:cs typeface="+mn-cs"/>
        </a:defRPr>
      </a:lvl4pPr>
      <a:lvl5pPr marL="913478" algn="l" defTabSz="228370" rtl="0" eaLnBrk="1" latinLnBrk="0" hangingPunct="1">
        <a:defRPr sz="900" kern="1200">
          <a:solidFill>
            <a:schemeClr val="tx1"/>
          </a:solidFill>
          <a:latin typeface="+mn-lt"/>
          <a:ea typeface="+mn-ea"/>
          <a:cs typeface="+mn-cs"/>
        </a:defRPr>
      </a:lvl5pPr>
      <a:lvl6pPr marL="1141847" algn="l" defTabSz="228370" rtl="0" eaLnBrk="1" latinLnBrk="0" hangingPunct="1">
        <a:defRPr sz="900" kern="1200">
          <a:solidFill>
            <a:schemeClr val="tx1"/>
          </a:solidFill>
          <a:latin typeface="+mn-lt"/>
          <a:ea typeface="+mn-ea"/>
          <a:cs typeface="+mn-cs"/>
        </a:defRPr>
      </a:lvl6pPr>
      <a:lvl7pPr marL="1370216" algn="l" defTabSz="228370" rtl="0" eaLnBrk="1" latinLnBrk="0" hangingPunct="1">
        <a:defRPr sz="900" kern="1200">
          <a:solidFill>
            <a:schemeClr val="tx1"/>
          </a:solidFill>
          <a:latin typeface="+mn-lt"/>
          <a:ea typeface="+mn-ea"/>
          <a:cs typeface="+mn-cs"/>
        </a:defRPr>
      </a:lvl7pPr>
      <a:lvl8pPr marL="1598586" algn="l" defTabSz="228370" rtl="0" eaLnBrk="1" latinLnBrk="0" hangingPunct="1">
        <a:defRPr sz="900" kern="1200">
          <a:solidFill>
            <a:schemeClr val="tx1"/>
          </a:solidFill>
          <a:latin typeface="+mn-lt"/>
          <a:ea typeface="+mn-ea"/>
          <a:cs typeface="+mn-cs"/>
        </a:defRPr>
      </a:lvl8pPr>
      <a:lvl9pPr marL="1826955" algn="l" defTabSz="228370" rtl="0" eaLnBrk="1" latinLnBrk="0" hangingPunct="1">
        <a:defRPr sz="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5"/>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0" y="0"/>
            <a:ext cx="15122525" cy="273526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674" tIns="22837" rIns="45674" bIns="22837" anchor="ctr"/>
          <a:lstStyle/>
          <a:p>
            <a:endParaRPr lang="en-GB"/>
          </a:p>
        </p:txBody>
      </p:sp>
      <p:sp>
        <p:nvSpPr>
          <p:cNvPr id="3075" name="Rectangle 3"/>
          <p:cNvSpPr>
            <a:spLocks noChangeArrowheads="1"/>
          </p:cNvSpPr>
          <p:nvPr/>
        </p:nvSpPr>
        <p:spPr bwMode="auto">
          <a:xfrm>
            <a:off x="239713" y="3121025"/>
            <a:ext cx="14597062" cy="17800638"/>
          </a:xfrm>
          <a:prstGeom prst="rect">
            <a:avLst/>
          </a:prstGeom>
          <a:solidFill>
            <a:schemeClr val="bg2"/>
          </a:solidFill>
          <a:ln w="9525">
            <a:solidFill>
              <a:schemeClr val="tx1"/>
            </a:solidFill>
            <a:miter lim="800000"/>
            <a:headEnd/>
            <a:tailEnd/>
          </a:ln>
        </p:spPr>
        <p:txBody>
          <a:bodyPr wrap="none" lIns="45674" tIns="22837" rIns="45674" bIns="22837" anchor="ctr"/>
          <a:lstStyle/>
          <a:p>
            <a:endParaRPr lang="en-GB"/>
          </a:p>
        </p:txBody>
      </p:sp>
      <p:sp>
        <p:nvSpPr>
          <p:cNvPr id="3076" name="Rectangle 6"/>
          <p:cNvSpPr>
            <a:spLocks noGrp="1" noChangeArrowheads="1"/>
          </p:cNvSpPr>
          <p:nvPr>
            <p:ph type="title"/>
          </p:nvPr>
        </p:nvSpPr>
        <p:spPr bwMode="auto">
          <a:xfrm>
            <a:off x="331788" y="827088"/>
            <a:ext cx="14444662" cy="143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390" tIns="18692" rIns="37390" bIns="18692" numCol="1" anchor="ctr" anchorCtr="0" compatLnSpc="1">
            <a:prstTxWarp prst="textNoShape">
              <a:avLst/>
            </a:prstTxWarp>
          </a:bodyPr>
          <a:lstStyle/>
          <a:p>
            <a:pPr lvl="0"/>
            <a:r>
              <a:rPr lang="en-US"/>
              <a:t>Click to edit Master title style</a:t>
            </a:r>
          </a:p>
        </p:txBody>
      </p:sp>
      <p:sp>
        <p:nvSpPr>
          <p:cNvPr id="3077" name="Rectangle 7"/>
          <p:cNvSpPr>
            <a:spLocks noGrp="1" noChangeArrowheads="1"/>
          </p:cNvSpPr>
          <p:nvPr>
            <p:ph type="body" idx="1"/>
          </p:nvPr>
        </p:nvSpPr>
        <p:spPr bwMode="auto">
          <a:xfrm>
            <a:off x="239713" y="3121025"/>
            <a:ext cx="14536737" cy="1780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6984" tIns="186984" rIns="186984" bIns="186984" numCol="1" anchor="t" anchorCtr="0" compatLnSpc="1">
            <a:prstTxWarp prst="textNoShape">
              <a:avLst/>
            </a:prstTxWarp>
          </a:bodyPr>
          <a:lstStyle/>
          <a:p>
            <a:pPr lvl="0"/>
            <a:r>
              <a:rPr lang="en-US"/>
              <a:t>Click to edit Master text styles</a:t>
            </a:r>
          </a:p>
          <a:p>
            <a:pPr lvl="1"/>
            <a:r>
              <a:rPr lang="en-US"/>
              <a:t>Second level</a:t>
            </a:r>
          </a:p>
        </p:txBody>
      </p:sp>
      <p:sp>
        <p:nvSpPr>
          <p:cNvPr id="3078" name="Rectangle 8"/>
          <p:cNvSpPr>
            <a:spLocks noChangeArrowheads="1"/>
          </p:cNvSpPr>
          <p:nvPr/>
        </p:nvSpPr>
        <p:spPr bwMode="auto">
          <a:xfrm>
            <a:off x="0" y="0"/>
            <a:ext cx="15122525" cy="2138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45674" tIns="22837" rIns="45674" bIns="22837" anchor="ctr"/>
          <a:lstStyle/>
          <a:p>
            <a:endParaRPr lang="en-GB"/>
          </a:p>
        </p:txBody>
      </p:sp>
      <p:sp>
        <p:nvSpPr>
          <p:cNvPr id="3079" name="Text Box 14"/>
          <p:cNvSpPr txBox="1">
            <a:spLocks noChangeArrowheads="1"/>
          </p:cNvSpPr>
          <p:nvPr/>
        </p:nvSpPr>
        <p:spPr bwMode="auto">
          <a:xfrm>
            <a:off x="239713" y="21107400"/>
            <a:ext cx="1651000" cy="77788"/>
          </a:xfrm>
          <a:prstGeom prst="rect">
            <a:avLst/>
          </a:prstGeom>
          <a:noFill/>
          <a:ln>
            <a:noFill/>
          </a:ln>
        </p:spPr>
        <p:txBody>
          <a:bodyPr lIns="37390" tIns="18692" rIns="37390" bIns="18692">
            <a:spAutoFit/>
          </a:bodyPr>
          <a:lstStyle>
            <a:lvl1pPr defTabSz="749300" eaLnBrk="0" hangingPunct="0">
              <a:defRPr sz="2400">
                <a:solidFill>
                  <a:schemeClr val="tx1"/>
                </a:solidFill>
                <a:latin typeface="Arial Narrow" pitchFamily="34" charset="0"/>
                <a:ea typeface="ＭＳ Ｐゴシック"/>
                <a:cs typeface="ＭＳ Ｐゴシック"/>
              </a:defRPr>
            </a:lvl1pPr>
            <a:lvl2pPr marL="742950" indent="-285750" defTabSz="749300" eaLnBrk="0" hangingPunct="0">
              <a:defRPr sz="2400">
                <a:solidFill>
                  <a:schemeClr val="tx1"/>
                </a:solidFill>
                <a:latin typeface="Arial Narrow" pitchFamily="34" charset="0"/>
                <a:ea typeface="ＭＳ Ｐゴシック"/>
                <a:cs typeface="ＭＳ Ｐゴシック"/>
              </a:defRPr>
            </a:lvl2pPr>
            <a:lvl3pPr marL="1143000" indent="-228600" defTabSz="749300" eaLnBrk="0" hangingPunct="0">
              <a:defRPr sz="2400">
                <a:solidFill>
                  <a:schemeClr val="tx1"/>
                </a:solidFill>
                <a:latin typeface="Arial Narrow" pitchFamily="34" charset="0"/>
                <a:ea typeface="ＭＳ Ｐゴシック"/>
                <a:cs typeface="ＭＳ Ｐゴシック"/>
              </a:defRPr>
            </a:lvl3pPr>
            <a:lvl4pPr marL="1600200" indent="-228600" defTabSz="749300" eaLnBrk="0" hangingPunct="0">
              <a:defRPr sz="2400">
                <a:solidFill>
                  <a:schemeClr val="tx1"/>
                </a:solidFill>
                <a:latin typeface="Arial Narrow" pitchFamily="34" charset="0"/>
                <a:ea typeface="ＭＳ Ｐゴシック"/>
                <a:cs typeface="ＭＳ Ｐゴシック"/>
              </a:defRPr>
            </a:lvl4pPr>
            <a:lvl5pPr marL="2057400" indent="-228600" defTabSz="749300" eaLnBrk="0" hangingPunct="0">
              <a:defRPr sz="2400">
                <a:solidFill>
                  <a:schemeClr val="tx1"/>
                </a:solidFill>
                <a:latin typeface="Arial Narrow" pitchFamily="34" charset="0"/>
                <a:ea typeface="ＭＳ Ｐゴシック"/>
                <a:cs typeface="ＭＳ Ｐゴシック"/>
              </a:defRPr>
            </a:lvl5pPr>
            <a:lvl6pPr marL="25146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6pPr>
            <a:lvl7pPr marL="29718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7pPr>
            <a:lvl8pPr marL="34290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8pPr>
            <a:lvl9pPr marL="38862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9pPr>
          </a:lstStyle>
          <a:p>
            <a:pPr>
              <a:lnSpc>
                <a:spcPct val="65000"/>
              </a:lnSpc>
              <a:spcBef>
                <a:spcPct val="50000"/>
              </a:spcBef>
              <a:defRPr/>
            </a:pPr>
            <a:r>
              <a:rPr lang="en-US" sz="400" b="1" dirty="0">
                <a:latin typeface="Arial" pitchFamily="34" charset="0"/>
              </a:rPr>
              <a:t>Poster template by ResearchPosters.co.za</a:t>
            </a: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defTabSz="373063" rtl="0" eaLnBrk="0" fontAlgn="base" hangingPunct="0">
        <a:spcBef>
          <a:spcPct val="0"/>
        </a:spcBef>
        <a:spcAft>
          <a:spcPct val="0"/>
        </a:spcAft>
        <a:defRPr sz="3500">
          <a:solidFill>
            <a:schemeClr val="bg1"/>
          </a:solidFill>
          <a:latin typeface="+mj-lt"/>
          <a:ea typeface="MS PGothic" pitchFamily="34" charset="-128"/>
          <a:cs typeface="ＭＳ Ｐゴシック" charset="-128"/>
        </a:defRPr>
      </a:lvl1pPr>
      <a:lvl2pPr algn="ctr" defTabSz="373063" rtl="0" eaLnBrk="0" fontAlgn="base" hangingPunct="0">
        <a:spcBef>
          <a:spcPct val="0"/>
        </a:spcBef>
        <a:spcAft>
          <a:spcPct val="0"/>
        </a:spcAft>
        <a:defRPr sz="3500">
          <a:solidFill>
            <a:schemeClr val="bg1"/>
          </a:solidFill>
          <a:latin typeface="Arial Black" charset="0"/>
          <a:ea typeface="MS PGothic" pitchFamily="34" charset="-128"/>
          <a:cs typeface="ＭＳ Ｐゴシック" charset="-128"/>
        </a:defRPr>
      </a:lvl2pPr>
      <a:lvl3pPr algn="ctr" defTabSz="373063" rtl="0" eaLnBrk="0" fontAlgn="base" hangingPunct="0">
        <a:spcBef>
          <a:spcPct val="0"/>
        </a:spcBef>
        <a:spcAft>
          <a:spcPct val="0"/>
        </a:spcAft>
        <a:defRPr sz="3500">
          <a:solidFill>
            <a:schemeClr val="bg1"/>
          </a:solidFill>
          <a:latin typeface="Arial Black" charset="0"/>
          <a:ea typeface="MS PGothic" pitchFamily="34" charset="-128"/>
          <a:cs typeface="ＭＳ Ｐゴシック" charset="-128"/>
        </a:defRPr>
      </a:lvl3pPr>
      <a:lvl4pPr algn="ctr" defTabSz="373063" rtl="0" eaLnBrk="0" fontAlgn="base" hangingPunct="0">
        <a:spcBef>
          <a:spcPct val="0"/>
        </a:spcBef>
        <a:spcAft>
          <a:spcPct val="0"/>
        </a:spcAft>
        <a:defRPr sz="3500">
          <a:solidFill>
            <a:schemeClr val="bg1"/>
          </a:solidFill>
          <a:latin typeface="Arial Black" charset="0"/>
          <a:ea typeface="MS PGothic" pitchFamily="34" charset="-128"/>
          <a:cs typeface="ＭＳ Ｐゴシック" charset="-128"/>
        </a:defRPr>
      </a:lvl4pPr>
      <a:lvl5pPr algn="ctr" defTabSz="373063" rtl="0" eaLnBrk="0" fontAlgn="base" hangingPunct="0">
        <a:spcBef>
          <a:spcPct val="0"/>
        </a:spcBef>
        <a:spcAft>
          <a:spcPct val="0"/>
        </a:spcAft>
        <a:defRPr sz="3500">
          <a:solidFill>
            <a:schemeClr val="bg1"/>
          </a:solidFill>
          <a:latin typeface="Arial Black" charset="0"/>
          <a:ea typeface="MS PGothic" pitchFamily="34" charset="-128"/>
          <a:cs typeface="ＭＳ Ｐゴシック" charset="-128"/>
        </a:defRPr>
      </a:lvl5pPr>
      <a:lvl6pPr marL="228370" algn="ctr" defTabSz="374272" rtl="0" fontAlgn="base">
        <a:spcBef>
          <a:spcPct val="0"/>
        </a:spcBef>
        <a:spcAft>
          <a:spcPct val="0"/>
        </a:spcAft>
        <a:defRPr sz="3500">
          <a:solidFill>
            <a:schemeClr val="tx2"/>
          </a:solidFill>
          <a:latin typeface="Arial Black" charset="0"/>
        </a:defRPr>
      </a:lvl6pPr>
      <a:lvl7pPr marL="456738" algn="ctr" defTabSz="374272" rtl="0" fontAlgn="base">
        <a:spcBef>
          <a:spcPct val="0"/>
        </a:spcBef>
        <a:spcAft>
          <a:spcPct val="0"/>
        </a:spcAft>
        <a:defRPr sz="3500">
          <a:solidFill>
            <a:schemeClr val="tx2"/>
          </a:solidFill>
          <a:latin typeface="Arial Black" charset="0"/>
        </a:defRPr>
      </a:lvl7pPr>
      <a:lvl8pPr marL="685108" algn="ctr" defTabSz="374272" rtl="0" fontAlgn="base">
        <a:spcBef>
          <a:spcPct val="0"/>
        </a:spcBef>
        <a:spcAft>
          <a:spcPct val="0"/>
        </a:spcAft>
        <a:defRPr sz="3500">
          <a:solidFill>
            <a:schemeClr val="tx2"/>
          </a:solidFill>
          <a:latin typeface="Arial Black" charset="0"/>
        </a:defRPr>
      </a:lvl8pPr>
      <a:lvl9pPr marL="913478" algn="ctr" defTabSz="374272" rtl="0" fontAlgn="base">
        <a:spcBef>
          <a:spcPct val="0"/>
        </a:spcBef>
        <a:spcAft>
          <a:spcPct val="0"/>
        </a:spcAft>
        <a:defRPr sz="3500">
          <a:solidFill>
            <a:schemeClr val="tx2"/>
          </a:solidFill>
          <a:latin typeface="Arial Black" charset="0"/>
        </a:defRPr>
      </a:lvl9pPr>
    </p:titleStyle>
    <p:bodyStyle>
      <a:lvl1pPr marL="139700" indent="-139700" algn="l" defTabSz="373063" rtl="0" eaLnBrk="0" fontAlgn="base" hangingPunct="0">
        <a:spcBef>
          <a:spcPct val="20000"/>
        </a:spcBef>
        <a:spcAft>
          <a:spcPct val="0"/>
        </a:spcAft>
        <a:buChar char="•"/>
        <a:defRPr sz="1200">
          <a:solidFill>
            <a:schemeClr val="tx2"/>
          </a:solidFill>
          <a:latin typeface="+mn-lt"/>
          <a:ea typeface="MS PGothic" pitchFamily="34" charset="-128"/>
          <a:cs typeface="ＭＳ Ｐゴシック" charset="-128"/>
        </a:defRPr>
      </a:lvl1pPr>
      <a:lvl2pPr marL="301625" indent="-114300" algn="l" defTabSz="373063" rtl="0" eaLnBrk="0" fontAlgn="base" hangingPunct="0">
        <a:spcBef>
          <a:spcPct val="20000"/>
        </a:spcBef>
        <a:spcAft>
          <a:spcPct val="0"/>
        </a:spcAft>
        <a:buChar char="–"/>
        <a:defRPr sz="1200">
          <a:solidFill>
            <a:schemeClr val="tx2"/>
          </a:solidFill>
          <a:latin typeface="+mn-lt"/>
          <a:ea typeface="MS PGothic" pitchFamily="34" charset="-128"/>
          <a:cs typeface="ＭＳ Ｐゴシック"/>
        </a:defRPr>
      </a:lvl2pPr>
      <a:lvl3pPr marL="466725" indent="-93663" algn="l" defTabSz="373063" rtl="0" eaLnBrk="0" fontAlgn="base" hangingPunct="0">
        <a:spcBef>
          <a:spcPct val="20000"/>
        </a:spcBef>
        <a:spcAft>
          <a:spcPct val="0"/>
        </a:spcAft>
        <a:buChar char="•"/>
        <a:defRPr sz="1000">
          <a:solidFill>
            <a:schemeClr val="tx1"/>
          </a:solidFill>
          <a:latin typeface="+mn-lt"/>
          <a:ea typeface="MS PGothic" pitchFamily="34" charset="-128"/>
          <a:cs typeface="ＭＳ Ｐゴシック"/>
        </a:defRPr>
      </a:lvl3pPr>
      <a:lvl4pPr marL="654050" indent="-92075" algn="l" defTabSz="373063" rtl="0" eaLnBrk="0" fontAlgn="base" hangingPunct="0">
        <a:spcBef>
          <a:spcPct val="20000"/>
        </a:spcBef>
        <a:spcAft>
          <a:spcPct val="0"/>
        </a:spcAft>
        <a:buChar char="–"/>
        <a:defRPr sz="800">
          <a:solidFill>
            <a:schemeClr val="tx1"/>
          </a:solidFill>
          <a:latin typeface="+mn-lt"/>
          <a:ea typeface="MS PGothic" pitchFamily="34" charset="-128"/>
          <a:cs typeface="ＭＳ Ｐゴシック"/>
        </a:defRPr>
      </a:lvl4pPr>
      <a:lvl5pPr marL="841375" indent="-92075" algn="l" defTabSz="373063" rtl="0" eaLnBrk="0" fontAlgn="base" hangingPunct="0">
        <a:spcBef>
          <a:spcPct val="20000"/>
        </a:spcBef>
        <a:spcAft>
          <a:spcPct val="0"/>
        </a:spcAft>
        <a:buChar char="»"/>
        <a:defRPr sz="800">
          <a:solidFill>
            <a:schemeClr val="tx1"/>
          </a:solidFill>
          <a:latin typeface="+mn-lt"/>
          <a:ea typeface="MS PGothic" pitchFamily="34" charset="-128"/>
          <a:cs typeface="ＭＳ Ｐゴシック"/>
        </a:defRPr>
      </a:lvl5pPr>
      <a:lvl6pPr marL="1071275" indent="-93568" algn="l" defTabSz="374272" rtl="0" fontAlgn="base">
        <a:spcBef>
          <a:spcPct val="20000"/>
        </a:spcBef>
        <a:spcAft>
          <a:spcPct val="0"/>
        </a:spcAft>
        <a:buChar char="»"/>
        <a:defRPr sz="800">
          <a:solidFill>
            <a:schemeClr val="tx1"/>
          </a:solidFill>
          <a:latin typeface="+mn-lt"/>
          <a:ea typeface="ＭＳ Ｐゴシック" charset="-128"/>
        </a:defRPr>
      </a:lvl6pPr>
      <a:lvl7pPr marL="1299644" indent="-93568" algn="l" defTabSz="374272" rtl="0" fontAlgn="base">
        <a:spcBef>
          <a:spcPct val="20000"/>
        </a:spcBef>
        <a:spcAft>
          <a:spcPct val="0"/>
        </a:spcAft>
        <a:buChar char="»"/>
        <a:defRPr sz="800">
          <a:solidFill>
            <a:schemeClr val="tx1"/>
          </a:solidFill>
          <a:latin typeface="+mn-lt"/>
          <a:ea typeface="ＭＳ Ｐゴシック" charset="-128"/>
        </a:defRPr>
      </a:lvl7pPr>
      <a:lvl8pPr marL="1528013" indent="-93568" algn="l" defTabSz="374272" rtl="0" fontAlgn="base">
        <a:spcBef>
          <a:spcPct val="20000"/>
        </a:spcBef>
        <a:spcAft>
          <a:spcPct val="0"/>
        </a:spcAft>
        <a:buChar char="»"/>
        <a:defRPr sz="800">
          <a:solidFill>
            <a:schemeClr val="tx1"/>
          </a:solidFill>
          <a:latin typeface="+mn-lt"/>
          <a:ea typeface="ＭＳ Ｐゴシック" charset="-128"/>
        </a:defRPr>
      </a:lvl8pPr>
      <a:lvl9pPr marL="1756383" indent="-93568" algn="l" defTabSz="374272" rtl="0" fontAlgn="base">
        <a:spcBef>
          <a:spcPct val="20000"/>
        </a:spcBef>
        <a:spcAft>
          <a:spcPct val="0"/>
        </a:spcAft>
        <a:buChar char="»"/>
        <a:defRPr sz="800">
          <a:solidFill>
            <a:schemeClr val="tx1"/>
          </a:solidFill>
          <a:latin typeface="+mn-lt"/>
          <a:ea typeface="ＭＳ Ｐゴシック" charset="-128"/>
        </a:defRPr>
      </a:lvl9pPr>
    </p:bodyStyle>
    <p:otherStyle>
      <a:defPPr>
        <a:defRPr lang="en-GB"/>
      </a:defPPr>
      <a:lvl1pPr marL="0" algn="l" defTabSz="228370" rtl="0" eaLnBrk="1" latinLnBrk="0" hangingPunct="1">
        <a:defRPr sz="900" kern="1200">
          <a:solidFill>
            <a:schemeClr val="tx1"/>
          </a:solidFill>
          <a:latin typeface="+mn-lt"/>
          <a:ea typeface="+mn-ea"/>
          <a:cs typeface="+mn-cs"/>
        </a:defRPr>
      </a:lvl1pPr>
      <a:lvl2pPr marL="228370" algn="l" defTabSz="228370" rtl="0" eaLnBrk="1" latinLnBrk="0" hangingPunct="1">
        <a:defRPr sz="900" kern="1200">
          <a:solidFill>
            <a:schemeClr val="tx1"/>
          </a:solidFill>
          <a:latin typeface="+mn-lt"/>
          <a:ea typeface="+mn-ea"/>
          <a:cs typeface="+mn-cs"/>
        </a:defRPr>
      </a:lvl2pPr>
      <a:lvl3pPr marL="456738" algn="l" defTabSz="228370" rtl="0" eaLnBrk="1" latinLnBrk="0" hangingPunct="1">
        <a:defRPr sz="900" kern="1200">
          <a:solidFill>
            <a:schemeClr val="tx1"/>
          </a:solidFill>
          <a:latin typeface="+mn-lt"/>
          <a:ea typeface="+mn-ea"/>
          <a:cs typeface="+mn-cs"/>
        </a:defRPr>
      </a:lvl3pPr>
      <a:lvl4pPr marL="685108" algn="l" defTabSz="228370" rtl="0" eaLnBrk="1" latinLnBrk="0" hangingPunct="1">
        <a:defRPr sz="900" kern="1200">
          <a:solidFill>
            <a:schemeClr val="tx1"/>
          </a:solidFill>
          <a:latin typeface="+mn-lt"/>
          <a:ea typeface="+mn-ea"/>
          <a:cs typeface="+mn-cs"/>
        </a:defRPr>
      </a:lvl4pPr>
      <a:lvl5pPr marL="913478" algn="l" defTabSz="228370" rtl="0" eaLnBrk="1" latinLnBrk="0" hangingPunct="1">
        <a:defRPr sz="900" kern="1200">
          <a:solidFill>
            <a:schemeClr val="tx1"/>
          </a:solidFill>
          <a:latin typeface="+mn-lt"/>
          <a:ea typeface="+mn-ea"/>
          <a:cs typeface="+mn-cs"/>
        </a:defRPr>
      </a:lvl5pPr>
      <a:lvl6pPr marL="1141847" algn="l" defTabSz="228370" rtl="0" eaLnBrk="1" latinLnBrk="0" hangingPunct="1">
        <a:defRPr sz="900" kern="1200">
          <a:solidFill>
            <a:schemeClr val="tx1"/>
          </a:solidFill>
          <a:latin typeface="+mn-lt"/>
          <a:ea typeface="+mn-ea"/>
          <a:cs typeface="+mn-cs"/>
        </a:defRPr>
      </a:lvl6pPr>
      <a:lvl7pPr marL="1370216" algn="l" defTabSz="228370" rtl="0" eaLnBrk="1" latinLnBrk="0" hangingPunct="1">
        <a:defRPr sz="900" kern="1200">
          <a:solidFill>
            <a:schemeClr val="tx1"/>
          </a:solidFill>
          <a:latin typeface="+mn-lt"/>
          <a:ea typeface="+mn-ea"/>
          <a:cs typeface="+mn-cs"/>
        </a:defRPr>
      </a:lvl7pPr>
      <a:lvl8pPr marL="1598586" algn="l" defTabSz="228370" rtl="0" eaLnBrk="1" latinLnBrk="0" hangingPunct="1">
        <a:defRPr sz="900" kern="1200">
          <a:solidFill>
            <a:schemeClr val="tx1"/>
          </a:solidFill>
          <a:latin typeface="+mn-lt"/>
          <a:ea typeface="+mn-ea"/>
          <a:cs typeface="+mn-cs"/>
        </a:defRPr>
      </a:lvl8pPr>
      <a:lvl9pPr marL="1826955" algn="l" defTabSz="22837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5"/>
          <p:cNvSpPr>
            <a:spLocks noChangeArrowheads="1"/>
          </p:cNvSpPr>
          <p:nvPr/>
        </p:nvSpPr>
        <p:spPr bwMode="auto">
          <a:xfrm>
            <a:off x="584200" y="312738"/>
            <a:ext cx="12733373" cy="2099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7381" tIns="18687" rIns="37381" bIns="18687">
            <a:spAutoFit/>
          </a:bodyPr>
          <a:lstStyle/>
          <a:p>
            <a:pPr lvl="5" defTabSz="373063">
              <a:spcBef>
                <a:spcPct val="50000"/>
              </a:spcBef>
              <a:defRPr/>
            </a:pPr>
            <a:r>
              <a:rPr lang="en-US" sz="3200" dirty="0">
                <a:solidFill>
                  <a:schemeClr val="bg1"/>
                </a:solidFill>
                <a:latin typeface="Arial Black" pitchFamily="34" charset="0"/>
              </a:rPr>
              <a:t>Linked Ineffective Fault Analysis on DES</a:t>
            </a:r>
          </a:p>
          <a:p>
            <a:pPr algn="ctr">
              <a:spcBef>
                <a:spcPct val="50000"/>
              </a:spcBef>
            </a:pPr>
            <a:r>
              <a:rPr lang="fa-IR" altLang="en-US" sz="2800" b="1" dirty="0">
                <a:solidFill>
                  <a:schemeClr val="bg1"/>
                </a:solidFill>
              </a:rPr>
              <a:t>           </a:t>
            </a:r>
            <a:r>
              <a:rPr lang="en-US" altLang="en-US" sz="2800" b="1" dirty="0">
                <a:solidFill>
                  <a:schemeClr val="bg1"/>
                </a:solidFill>
              </a:rPr>
              <a:t>V. Soleimani </a:t>
            </a:r>
            <a:r>
              <a:rPr lang="en-US" altLang="en-US" sz="2800" b="1" dirty="0" err="1">
                <a:solidFill>
                  <a:schemeClr val="bg1"/>
                </a:solidFill>
              </a:rPr>
              <a:t>Hesari</a:t>
            </a:r>
            <a:r>
              <a:rPr lang="en-US" altLang="en-US" sz="2800" b="1" dirty="0">
                <a:solidFill>
                  <a:schemeClr val="bg1"/>
                </a:solidFill>
              </a:rPr>
              <a:t>, H. </a:t>
            </a:r>
            <a:r>
              <a:rPr lang="en-US" altLang="en-US" sz="2800" b="1" dirty="0" err="1">
                <a:solidFill>
                  <a:schemeClr val="bg1"/>
                </a:solidFill>
              </a:rPr>
              <a:t>Soleimany</a:t>
            </a:r>
            <a:r>
              <a:rPr lang="en-US" altLang="en-US" sz="2800" b="1" dirty="0">
                <a:solidFill>
                  <a:schemeClr val="bg1"/>
                </a:solidFill>
              </a:rPr>
              <a:t>, A.A. </a:t>
            </a:r>
            <a:r>
              <a:rPr lang="en-US" altLang="en-US" sz="2800" b="1" dirty="0" err="1">
                <a:solidFill>
                  <a:schemeClr val="bg1"/>
                </a:solidFill>
              </a:rPr>
              <a:t>Beigizad</a:t>
            </a:r>
            <a:r>
              <a:rPr lang="en-US" altLang="en-US" sz="2800" b="1" dirty="0">
                <a:solidFill>
                  <a:schemeClr val="bg1"/>
                </a:solidFill>
              </a:rPr>
              <a:t>, H. </a:t>
            </a:r>
            <a:r>
              <a:rPr lang="en-US" altLang="en-US" sz="2800" b="1" dirty="0" err="1">
                <a:solidFill>
                  <a:schemeClr val="bg1"/>
                </a:solidFill>
              </a:rPr>
              <a:t>Ramzanipour</a:t>
            </a:r>
            <a:endParaRPr lang="fa-IR" altLang="en-US" sz="2800" b="1" dirty="0">
              <a:solidFill>
                <a:schemeClr val="bg1"/>
              </a:solidFill>
            </a:endParaRPr>
          </a:p>
          <a:p>
            <a:pPr algn="ctr">
              <a:spcBef>
                <a:spcPct val="50000"/>
              </a:spcBef>
            </a:pPr>
            <a:r>
              <a:rPr lang="fa-IR" sz="2000" b="1" dirty="0">
                <a:solidFill>
                  <a:schemeClr val="bg1"/>
                </a:solidFill>
              </a:rPr>
              <a:t>  </a:t>
            </a:r>
            <a:r>
              <a:rPr lang="en-US" sz="2000" b="1" dirty="0">
                <a:solidFill>
                  <a:schemeClr val="bg1"/>
                </a:solidFill>
              </a:rPr>
              <a:t>Shahid Beheshti University (SBU), SRTTU</a:t>
            </a:r>
            <a:endParaRPr lang="fa-IR" altLang="en-US" sz="6600" b="1" dirty="0">
              <a:solidFill>
                <a:schemeClr val="bg1"/>
              </a:solidFill>
            </a:endParaRPr>
          </a:p>
          <a:p>
            <a:pPr algn="ctr">
              <a:spcBef>
                <a:spcPct val="50000"/>
              </a:spcBef>
            </a:pPr>
            <a:r>
              <a:rPr lang="fa-IR" altLang="en-US" sz="2000" b="1" dirty="0">
                <a:solidFill>
                  <a:schemeClr val="bg1"/>
                </a:solidFill>
              </a:rPr>
              <a:t>          </a:t>
            </a:r>
            <a:r>
              <a:rPr lang="en-US" altLang="en-US" sz="2000" b="1" dirty="0">
                <a:solidFill>
                  <a:schemeClr val="bg1"/>
                </a:solidFill>
              </a:rPr>
              <a:t>Published in </a:t>
            </a:r>
            <a:r>
              <a:rPr lang="en-US" altLang="en-US" sz="2000" b="1" dirty="0" err="1">
                <a:solidFill>
                  <a:schemeClr val="bg1"/>
                </a:solidFill>
              </a:rPr>
              <a:t>ISecure</a:t>
            </a:r>
            <a:r>
              <a:rPr lang="en-US" altLang="en-US" sz="2000" b="1" dirty="0">
                <a:solidFill>
                  <a:schemeClr val="bg1"/>
                </a:solidFill>
              </a:rPr>
              <a:t> Journal – Presented at Iranian Cryptology Society</a:t>
            </a:r>
            <a:endParaRPr lang="en-US" altLang="en-US" sz="4000" dirty="0">
              <a:solidFill>
                <a:schemeClr val="bg1"/>
              </a:solidFill>
            </a:endParaRPr>
          </a:p>
        </p:txBody>
      </p:sp>
      <p:sp>
        <p:nvSpPr>
          <p:cNvPr id="4099" name="Text Box 471"/>
          <p:cNvSpPr txBox="1">
            <a:spLocks noChangeArrowheads="1"/>
          </p:cNvSpPr>
          <p:nvPr/>
        </p:nvSpPr>
        <p:spPr bwMode="auto">
          <a:xfrm>
            <a:off x="323850" y="3121025"/>
            <a:ext cx="4656138" cy="4064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7390" tIns="18692" rIns="37390" bIns="18692">
            <a:spAutoFit/>
          </a:bodyPr>
          <a:lstStyle>
            <a:lvl1pPr defTabSz="373063" eaLnBrk="0" hangingPunct="0">
              <a:defRPr sz="1200">
                <a:solidFill>
                  <a:schemeClr val="tx1"/>
                </a:solidFill>
                <a:latin typeface="Arial Narrow" pitchFamily="34" charset="0"/>
                <a:ea typeface="MS PGothic" pitchFamily="34" charset="-128"/>
              </a:defRPr>
            </a:lvl1pPr>
            <a:lvl2pPr marL="742950" indent="-285750" defTabSz="373063" eaLnBrk="0" hangingPunct="0">
              <a:defRPr sz="1200">
                <a:solidFill>
                  <a:schemeClr val="tx1"/>
                </a:solidFill>
                <a:latin typeface="Arial Narrow" pitchFamily="34" charset="0"/>
                <a:ea typeface="MS PGothic" pitchFamily="34" charset="-128"/>
              </a:defRPr>
            </a:lvl2pPr>
            <a:lvl3pPr marL="1143000" indent="-228600" defTabSz="373063" eaLnBrk="0" hangingPunct="0">
              <a:defRPr sz="1200">
                <a:solidFill>
                  <a:schemeClr val="tx1"/>
                </a:solidFill>
                <a:latin typeface="Arial Narrow" pitchFamily="34" charset="0"/>
                <a:ea typeface="MS PGothic" pitchFamily="34" charset="-128"/>
              </a:defRPr>
            </a:lvl3pPr>
            <a:lvl4pPr marL="1600200" indent="-228600" defTabSz="373063" eaLnBrk="0" hangingPunct="0">
              <a:defRPr sz="1200">
                <a:solidFill>
                  <a:schemeClr val="tx1"/>
                </a:solidFill>
                <a:latin typeface="Arial Narrow" pitchFamily="34" charset="0"/>
                <a:ea typeface="MS PGothic" pitchFamily="34" charset="-128"/>
              </a:defRPr>
            </a:lvl4pPr>
            <a:lvl5pPr marL="2057400" indent="-228600" defTabSz="373063" eaLnBrk="0" hangingPunct="0">
              <a:defRPr sz="1200">
                <a:solidFill>
                  <a:schemeClr val="tx1"/>
                </a:solidFill>
                <a:latin typeface="Arial Narrow" pitchFamily="34" charset="0"/>
                <a:ea typeface="MS PGothic" pitchFamily="34" charset="-128"/>
              </a:defRPr>
            </a:lvl5pPr>
            <a:lvl6pPr marL="25146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algn="ctr">
              <a:spcBef>
                <a:spcPct val="50000"/>
              </a:spcBef>
            </a:pPr>
            <a:r>
              <a:rPr lang="en-US" sz="2400" b="1" dirty="0">
                <a:solidFill>
                  <a:schemeClr val="bg1"/>
                </a:solidFill>
              </a:rPr>
              <a:t> </a:t>
            </a:r>
            <a:r>
              <a:rPr lang="en-US" sz="2400" b="1" dirty="0">
                <a:solidFill>
                  <a:schemeClr val="bg1"/>
                </a:solidFill>
                <a:latin typeface="Times New Roman" pitchFamily="18" charset="0"/>
                <a:cs typeface="Times New Roman" pitchFamily="18" charset="0"/>
              </a:rPr>
              <a:t>Introduction</a:t>
            </a:r>
          </a:p>
        </p:txBody>
      </p:sp>
      <p:sp>
        <p:nvSpPr>
          <p:cNvPr id="1032" name="Text Box 472"/>
          <p:cNvSpPr txBox="1">
            <a:spLocks noChangeArrowheads="1"/>
          </p:cNvSpPr>
          <p:nvPr/>
        </p:nvSpPr>
        <p:spPr bwMode="auto">
          <a:xfrm>
            <a:off x="285750" y="3425698"/>
            <a:ext cx="4654550" cy="5087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7308" tIns="187308" rIns="187308" bIns="187308">
            <a:spAutoFit/>
          </a:bodyPr>
          <a:lstStyle>
            <a:lvl1pPr defTabSz="1797050" eaLnBrk="0" hangingPunct="0">
              <a:defRPr sz="1200">
                <a:solidFill>
                  <a:schemeClr val="tx1"/>
                </a:solidFill>
                <a:latin typeface="Arial Narrow" pitchFamily="34" charset="0"/>
                <a:ea typeface="MS PGothic" pitchFamily="34" charset="-128"/>
              </a:defRPr>
            </a:lvl1pPr>
            <a:lvl2pPr marL="742950" indent="-285750" defTabSz="1797050" eaLnBrk="0" hangingPunct="0">
              <a:defRPr sz="1200">
                <a:solidFill>
                  <a:schemeClr val="tx1"/>
                </a:solidFill>
                <a:latin typeface="Arial Narrow" pitchFamily="34" charset="0"/>
                <a:ea typeface="MS PGothic" pitchFamily="34" charset="-128"/>
              </a:defRPr>
            </a:lvl2pPr>
            <a:lvl3pPr marL="1143000" indent="-228600" defTabSz="1797050" eaLnBrk="0" hangingPunct="0">
              <a:defRPr sz="1200">
                <a:solidFill>
                  <a:schemeClr val="tx1"/>
                </a:solidFill>
                <a:latin typeface="Arial Narrow" pitchFamily="34" charset="0"/>
                <a:ea typeface="MS PGothic" pitchFamily="34" charset="-128"/>
              </a:defRPr>
            </a:lvl3pPr>
            <a:lvl4pPr marL="1600200" indent="-228600" defTabSz="1797050" eaLnBrk="0" hangingPunct="0">
              <a:defRPr sz="1200">
                <a:solidFill>
                  <a:schemeClr val="tx1"/>
                </a:solidFill>
                <a:latin typeface="Arial Narrow" pitchFamily="34" charset="0"/>
                <a:ea typeface="MS PGothic" pitchFamily="34" charset="-128"/>
              </a:defRPr>
            </a:lvl4pPr>
            <a:lvl5pPr marL="2057400" indent="-228600" defTabSz="1797050" eaLnBrk="0" hangingPunct="0">
              <a:defRPr sz="1200">
                <a:solidFill>
                  <a:schemeClr val="tx1"/>
                </a:solidFill>
                <a:latin typeface="Arial Narrow" pitchFamily="34" charset="0"/>
                <a:ea typeface="MS PGothic" pitchFamily="34" charset="-128"/>
              </a:defRPr>
            </a:lvl5pPr>
            <a:lvl6pPr marL="2514600" indent="-228600" defTabSz="1797050"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defTabSz="1797050"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defTabSz="1797050"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defTabSz="1797050"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algn="just" eaLnBrk="1" hangingPunct="1">
              <a:defRPr/>
            </a:pPr>
            <a:r>
              <a:rPr lang="en-US" sz="1800" dirty="0">
                <a:solidFill>
                  <a:schemeClr val="tx2"/>
                </a:solidFill>
                <a:latin typeface="Times New Roman" pitchFamily="18" charset="0"/>
                <a:cs typeface="Times New Roman" pitchFamily="18" charset="0"/>
              </a:rPr>
              <a:t>Fault attacks pose a significant threat to embedded cryptographic implementations. Linked Ineffective Fault Analysis (LIFA) represents a class of attacks that can bypass redundancy-based countermeasures even in the absence of adversarial control over the input. While LIFA has been investigated primarily in the context of Substitution–Permutation Network (SPN) ciphers, its applicability to Feistel constructions has remained insufficiently understood. This work bridges that gap by demonstrating an efficient LIFA attack on a Feistel-cipher model instantiated with DES, thereby providing empirical evidence that Feistel architectures are likewise vulnerable to LIFA-induced leakage.</a:t>
            </a:r>
            <a:endParaRPr lang="en-US" sz="1600" b="1" dirty="0">
              <a:solidFill>
                <a:schemeClr val="tx2"/>
              </a:solidFill>
              <a:latin typeface="Times New Roman" pitchFamily="18" charset="0"/>
              <a:cs typeface="Times New Roman" pitchFamily="18" charset="0"/>
            </a:endParaRPr>
          </a:p>
        </p:txBody>
      </p:sp>
      <p:sp>
        <p:nvSpPr>
          <p:cNvPr id="4101" name="Text Box 473"/>
          <p:cNvSpPr txBox="1">
            <a:spLocks noChangeArrowheads="1"/>
          </p:cNvSpPr>
          <p:nvPr/>
        </p:nvSpPr>
        <p:spPr bwMode="auto">
          <a:xfrm>
            <a:off x="313210" y="13117908"/>
            <a:ext cx="4656137" cy="40798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7390" tIns="18692" rIns="37390" bIns="18692">
            <a:spAutoFit/>
          </a:bodyPr>
          <a:lstStyle>
            <a:lvl1pPr defTabSz="373063" eaLnBrk="0" hangingPunct="0">
              <a:defRPr sz="1200">
                <a:solidFill>
                  <a:schemeClr val="tx1"/>
                </a:solidFill>
                <a:latin typeface="Arial Narrow" pitchFamily="34" charset="0"/>
                <a:ea typeface="MS PGothic" pitchFamily="34" charset="-128"/>
              </a:defRPr>
            </a:lvl1pPr>
            <a:lvl2pPr marL="742950" indent="-285750" defTabSz="373063" eaLnBrk="0" hangingPunct="0">
              <a:defRPr sz="1200">
                <a:solidFill>
                  <a:schemeClr val="tx1"/>
                </a:solidFill>
                <a:latin typeface="Arial Narrow" pitchFamily="34" charset="0"/>
                <a:ea typeface="MS PGothic" pitchFamily="34" charset="-128"/>
              </a:defRPr>
            </a:lvl2pPr>
            <a:lvl3pPr marL="1143000" indent="-228600" defTabSz="373063" eaLnBrk="0" hangingPunct="0">
              <a:defRPr sz="1200">
                <a:solidFill>
                  <a:schemeClr val="tx1"/>
                </a:solidFill>
                <a:latin typeface="Arial Narrow" pitchFamily="34" charset="0"/>
                <a:ea typeface="MS PGothic" pitchFamily="34" charset="-128"/>
              </a:defRPr>
            </a:lvl3pPr>
            <a:lvl4pPr marL="1600200" indent="-228600" defTabSz="373063" eaLnBrk="0" hangingPunct="0">
              <a:defRPr sz="1200">
                <a:solidFill>
                  <a:schemeClr val="tx1"/>
                </a:solidFill>
                <a:latin typeface="Arial Narrow" pitchFamily="34" charset="0"/>
                <a:ea typeface="MS PGothic" pitchFamily="34" charset="-128"/>
              </a:defRPr>
            </a:lvl4pPr>
            <a:lvl5pPr marL="2057400" indent="-228600" defTabSz="373063" eaLnBrk="0" hangingPunct="0">
              <a:defRPr sz="1200">
                <a:solidFill>
                  <a:schemeClr val="tx1"/>
                </a:solidFill>
                <a:latin typeface="Arial Narrow" pitchFamily="34" charset="0"/>
                <a:ea typeface="MS PGothic" pitchFamily="34" charset="-128"/>
              </a:defRPr>
            </a:lvl5pPr>
            <a:lvl6pPr marL="25146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algn="ctr">
              <a:spcBef>
                <a:spcPct val="50000"/>
              </a:spcBef>
            </a:pPr>
            <a:r>
              <a:rPr lang="en-US" altLang="en-US" sz="2400" b="1" dirty="0">
                <a:solidFill>
                  <a:schemeClr val="bg1"/>
                </a:solidFill>
                <a:latin typeface="Times New Roman" panose="02020603050405020304" pitchFamily="18" charset="0"/>
                <a:cs typeface="Times New Roman" panose="02020603050405020304" pitchFamily="18" charset="0"/>
              </a:rPr>
              <a:t>Attack Method Overview</a:t>
            </a:r>
          </a:p>
        </p:txBody>
      </p:sp>
      <p:sp>
        <p:nvSpPr>
          <p:cNvPr id="4103" name="Text Box 522"/>
          <p:cNvSpPr txBox="1">
            <a:spLocks noChangeArrowheads="1"/>
          </p:cNvSpPr>
          <p:nvPr/>
        </p:nvSpPr>
        <p:spPr bwMode="auto">
          <a:xfrm>
            <a:off x="10134600" y="11691165"/>
            <a:ext cx="4656138" cy="4064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7390" tIns="18692" rIns="37390" bIns="18692">
            <a:spAutoFit/>
          </a:bodyPr>
          <a:lstStyle>
            <a:lvl1pPr defTabSz="373063" eaLnBrk="0" hangingPunct="0">
              <a:defRPr sz="1200">
                <a:solidFill>
                  <a:schemeClr val="tx1"/>
                </a:solidFill>
                <a:latin typeface="Arial Narrow" pitchFamily="34" charset="0"/>
                <a:ea typeface="MS PGothic" pitchFamily="34" charset="-128"/>
              </a:defRPr>
            </a:lvl1pPr>
            <a:lvl2pPr marL="742950" indent="-285750" defTabSz="373063" eaLnBrk="0" hangingPunct="0">
              <a:defRPr sz="1200">
                <a:solidFill>
                  <a:schemeClr val="tx1"/>
                </a:solidFill>
                <a:latin typeface="Arial Narrow" pitchFamily="34" charset="0"/>
                <a:ea typeface="MS PGothic" pitchFamily="34" charset="-128"/>
              </a:defRPr>
            </a:lvl2pPr>
            <a:lvl3pPr marL="1143000" indent="-228600" defTabSz="373063" eaLnBrk="0" hangingPunct="0">
              <a:defRPr sz="1200">
                <a:solidFill>
                  <a:schemeClr val="tx1"/>
                </a:solidFill>
                <a:latin typeface="Arial Narrow" pitchFamily="34" charset="0"/>
                <a:ea typeface="MS PGothic" pitchFamily="34" charset="-128"/>
              </a:defRPr>
            </a:lvl3pPr>
            <a:lvl4pPr marL="1600200" indent="-228600" defTabSz="373063" eaLnBrk="0" hangingPunct="0">
              <a:defRPr sz="1200">
                <a:solidFill>
                  <a:schemeClr val="tx1"/>
                </a:solidFill>
                <a:latin typeface="Arial Narrow" pitchFamily="34" charset="0"/>
                <a:ea typeface="MS PGothic" pitchFamily="34" charset="-128"/>
              </a:defRPr>
            </a:lvl4pPr>
            <a:lvl5pPr marL="2057400" indent="-228600" defTabSz="373063" eaLnBrk="0" hangingPunct="0">
              <a:defRPr sz="1200">
                <a:solidFill>
                  <a:schemeClr val="tx1"/>
                </a:solidFill>
                <a:latin typeface="Arial Narrow" pitchFamily="34" charset="0"/>
                <a:ea typeface="MS PGothic" pitchFamily="34" charset="-128"/>
              </a:defRPr>
            </a:lvl5pPr>
            <a:lvl6pPr marL="25146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algn="ctr">
              <a:spcBef>
                <a:spcPct val="50000"/>
              </a:spcBef>
            </a:pPr>
            <a:r>
              <a:rPr lang="en-US" sz="2400" b="1">
                <a:solidFill>
                  <a:schemeClr val="bg1"/>
                </a:solidFill>
                <a:latin typeface="Times New Roman" pitchFamily="18" charset="0"/>
                <a:cs typeface="Times New Roman" pitchFamily="18" charset="0"/>
              </a:rPr>
              <a:t>Future Work</a:t>
            </a:r>
          </a:p>
        </p:txBody>
      </p:sp>
      <p:sp>
        <p:nvSpPr>
          <p:cNvPr id="4125" name="Text Box 545"/>
          <p:cNvSpPr txBox="1">
            <a:spLocks noChangeArrowheads="1"/>
          </p:cNvSpPr>
          <p:nvPr/>
        </p:nvSpPr>
        <p:spPr bwMode="auto">
          <a:xfrm>
            <a:off x="5233987" y="3121025"/>
            <a:ext cx="4654550" cy="4064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7390" tIns="18692" rIns="37390" bIns="18692">
            <a:spAutoFit/>
          </a:bodyPr>
          <a:lstStyle>
            <a:lvl1pPr defTabSz="373063" eaLnBrk="0" hangingPunct="0">
              <a:defRPr sz="1200">
                <a:solidFill>
                  <a:schemeClr val="tx1"/>
                </a:solidFill>
                <a:latin typeface="Arial Narrow" pitchFamily="34" charset="0"/>
                <a:ea typeface="MS PGothic" pitchFamily="34" charset="-128"/>
              </a:defRPr>
            </a:lvl1pPr>
            <a:lvl2pPr marL="742950" indent="-285750" defTabSz="373063" eaLnBrk="0" hangingPunct="0">
              <a:defRPr sz="1200">
                <a:solidFill>
                  <a:schemeClr val="tx1"/>
                </a:solidFill>
                <a:latin typeface="Arial Narrow" pitchFamily="34" charset="0"/>
                <a:ea typeface="MS PGothic" pitchFamily="34" charset="-128"/>
              </a:defRPr>
            </a:lvl2pPr>
            <a:lvl3pPr marL="1143000" indent="-228600" defTabSz="373063" eaLnBrk="0" hangingPunct="0">
              <a:defRPr sz="1200">
                <a:solidFill>
                  <a:schemeClr val="tx1"/>
                </a:solidFill>
                <a:latin typeface="Arial Narrow" pitchFamily="34" charset="0"/>
                <a:ea typeface="MS PGothic" pitchFamily="34" charset="-128"/>
              </a:defRPr>
            </a:lvl3pPr>
            <a:lvl4pPr marL="1600200" indent="-228600" defTabSz="373063" eaLnBrk="0" hangingPunct="0">
              <a:defRPr sz="1200">
                <a:solidFill>
                  <a:schemeClr val="tx1"/>
                </a:solidFill>
                <a:latin typeface="Arial Narrow" pitchFamily="34" charset="0"/>
                <a:ea typeface="MS PGothic" pitchFamily="34" charset="-128"/>
              </a:defRPr>
            </a:lvl4pPr>
            <a:lvl5pPr marL="2057400" indent="-228600" defTabSz="373063" eaLnBrk="0" hangingPunct="0">
              <a:defRPr sz="1200">
                <a:solidFill>
                  <a:schemeClr val="tx1"/>
                </a:solidFill>
                <a:latin typeface="Arial Narrow" pitchFamily="34" charset="0"/>
                <a:ea typeface="MS PGothic" pitchFamily="34" charset="-128"/>
              </a:defRPr>
            </a:lvl5pPr>
            <a:lvl6pPr marL="25146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algn="ctr">
              <a:spcBef>
                <a:spcPct val="50000"/>
              </a:spcBef>
            </a:pPr>
            <a:r>
              <a:rPr lang="en-US" sz="2400" b="1">
                <a:solidFill>
                  <a:schemeClr val="bg1"/>
                </a:solidFill>
                <a:latin typeface="Times New Roman" pitchFamily="18" charset="0"/>
                <a:cs typeface="Times New Roman" pitchFamily="18" charset="0"/>
              </a:rPr>
              <a:t>Results / Findings</a:t>
            </a:r>
          </a:p>
        </p:txBody>
      </p:sp>
      <p:sp>
        <p:nvSpPr>
          <p:cNvPr id="4128" name="Text Box 562"/>
          <p:cNvSpPr txBox="1">
            <a:spLocks noChangeArrowheads="1"/>
          </p:cNvSpPr>
          <p:nvPr/>
        </p:nvSpPr>
        <p:spPr bwMode="auto">
          <a:xfrm>
            <a:off x="10115550" y="3095453"/>
            <a:ext cx="4656138" cy="4064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7390" tIns="18692" rIns="37390" bIns="18692">
            <a:spAutoFit/>
          </a:bodyPr>
          <a:lstStyle>
            <a:lvl1pPr defTabSz="373063" eaLnBrk="0" hangingPunct="0">
              <a:defRPr sz="1200">
                <a:solidFill>
                  <a:schemeClr val="tx1"/>
                </a:solidFill>
                <a:latin typeface="Arial Narrow" pitchFamily="34" charset="0"/>
                <a:ea typeface="MS PGothic" pitchFamily="34" charset="-128"/>
              </a:defRPr>
            </a:lvl1pPr>
            <a:lvl2pPr marL="742950" indent="-285750" defTabSz="373063" eaLnBrk="0" hangingPunct="0">
              <a:defRPr sz="1200">
                <a:solidFill>
                  <a:schemeClr val="tx1"/>
                </a:solidFill>
                <a:latin typeface="Arial Narrow" pitchFamily="34" charset="0"/>
                <a:ea typeface="MS PGothic" pitchFamily="34" charset="-128"/>
              </a:defRPr>
            </a:lvl2pPr>
            <a:lvl3pPr marL="1143000" indent="-228600" defTabSz="373063" eaLnBrk="0" hangingPunct="0">
              <a:defRPr sz="1200">
                <a:solidFill>
                  <a:schemeClr val="tx1"/>
                </a:solidFill>
                <a:latin typeface="Arial Narrow" pitchFamily="34" charset="0"/>
                <a:ea typeface="MS PGothic" pitchFamily="34" charset="-128"/>
              </a:defRPr>
            </a:lvl3pPr>
            <a:lvl4pPr marL="1600200" indent="-228600" defTabSz="373063" eaLnBrk="0" hangingPunct="0">
              <a:defRPr sz="1200">
                <a:solidFill>
                  <a:schemeClr val="tx1"/>
                </a:solidFill>
                <a:latin typeface="Arial Narrow" pitchFamily="34" charset="0"/>
                <a:ea typeface="MS PGothic" pitchFamily="34" charset="-128"/>
              </a:defRPr>
            </a:lvl4pPr>
            <a:lvl5pPr marL="2057400" indent="-228600" defTabSz="373063" eaLnBrk="0" hangingPunct="0">
              <a:defRPr sz="1200">
                <a:solidFill>
                  <a:schemeClr val="tx1"/>
                </a:solidFill>
                <a:latin typeface="Arial Narrow" pitchFamily="34" charset="0"/>
                <a:ea typeface="MS PGothic" pitchFamily="34" charset="-128"/>
              </a:defRPr>
            </a:lvl5pPr>
            <a:lvl6pPr marL="25146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algn="ctr">
              <a:spcBef>
                <a:spcPct val="50000"/>
              </a:spcBef>
            </a:pPr>
            <a:r>
              <a:rPr lang="en-US" sz="2400" b="1" dirty="0">
                <a:solidFill>
                  <a:schemeClr val="bg1"/>
                </a:solidFill>
                <a:latin typeface="Times New Roman" pitchFamily="18" charset="0"/>
                <a:cs typeface="Times New Roman" pitchFamily="18" charset="0"/>
              </a:rPr>
              <a:t>Experimental Setup</a:t>
            </a:r>
          </a:p>
        </p:txBody>
      </p:sp>
      <p:sp>
        <p:nvSpPr>
          <p:cNvPr id="4129" name="Text Box 563"/>
          <p:cNvSpPr txBox="1">
            <a:spLocks noChangeArrowheads="1"/>
          </p:cNvSpPr>
          <p:nvPr/>
        </p:nvSpPr>
        <p:spPr bwMode="auto">
          <a:xfrm>
            <a:off x="10143331" y="13839826"/>
            <a:ext cx="4656138" cy="40798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7390" tIns="18692" rIns="37390" bIns="18692">
            <a:spAutoFit/>
          </a:bodyPr>
          <a:lstStyle>
            <a:lvl1pPr defTabSz="373063" eaLnBrk="0" hangingPunct="0">
              <a:defRPr sz="1200">
                <a:solidFill>
                  <a:schemeClr val="tx1"/>
                </a:solidFill>
                <a:latin typeface="Arial Narrow" pitchFamily="34" charset="0"/>
                <a:ea typeface="MS PGothic" pitchFamily="34" charset="-128"/>
              </a:defRPr>
            </a:lvl1pPr>
            <a:lvl2pPr marL="742950" indent="-285750" defTabSz="373063" eaLnBrk="0" hangingPunct="0">
              <a:defRPr sz="1200">
                <a:solidFill>
                  <a:schemeClr val="tx1"/>
                </a:solidFill>
                <a:latin typeface="Arial Narrow" pitchFamily="34" charset="0"/>
                <a:ea typeface="MS PGothic" pitchFamily="34" charset="-128"/>
              </a:defRPr>
            </a:lvl2pPr>
            <a:lvl3pPr marL="1143000" indent="-228600" defTabSz="373063" eaLnBrk="0" hangingPunct="0">
              <a:defRPr sz="1200">
                <a:solidFill>
                  <a:schemeClr val="tx1"/>
                </a:solidFill>
                <a:latin typeface="Arial Narrow" pitchFamily="34" charset="0"/>
                <a:ea typeface="MS PGothic" pitchFamily="34" charset="-128"/>
              </a:defRPr>
            </a:lvl3pPr>
            <a:lvl4pPr marL="1600200" indent="-228600" defTabSz="373063" eaLnBrk="0" hangingPunct="0">
              <a:defRPr sz="1200">
                <a:solidFill>
                  <a:schemeClr val="tx1"/>
                </a:solidFill>
                <a:latin typeface="Arial Narrow" pitchFamily="34" charset="0"/>
                <a:ea typeface="MS PGothic" pitchFamily="34" charset="-128"/>
              </a:defRPr>
            </a:lvl4pPr>
            <a:lvl5pPr marL="2057400" indent="-228600" defTabSz="373063" eaLnBrk="0" hangingPunct="0">
              <a:defRPr sz="1200">
                <a:solidFill>
                  <a:schemeClr val="tx1"/>
                </a:solidFill>
                <a:latin typeface="Arial Narrow" pitchFamily="34" charset="0"/>
                <a:ea typeface="MS PGothic" pitchFamily="34" charset="-128"/>
              </a:defRPr>
            </a:lvl5pPr>
            <a:lvl6pPr marL="25146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algn="ctr">
              <a:spcBef>
                <a:spcPct val="50000"/>
              </a:spcBef>
            </a:pPr>
            <a:r>
              <a:rPr lang="en-US" sz="2400" b="1" dirty="0">
                <a:solidFill>
                  <a:schemeClr val="bg1"/>
                </a:solidFill>
                <a:latin typeface="Times New Roman" pitchFamily="18" charset="0"/>
                <a:cs typeface="Times New Roman" pitchFamily="18" charset="0"/>
              </a:rPr>
              <a:t>Bibliography / References</a:t>
            </a:r>
          </a:p>
        </p:txBody>
      </p:sp>
      <p:sp>
        <p:nvSpPr>
          <p:cNvPr id="4131" name="Text Box 565"/>
          <p:cNvSpPr txBox="1">
            <a:spLocks noChangeArrowheads="1"/>
          </p:cNvSpPr>
          <p:nvPr/>
        </p:nvSpPr>
        <p:spPr bwMode="auto">
          <a:xfrm>
            <a:off x="10139363" y="12064228"/>
            <a:ext cx="4632325" cy="1763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7308" tIns="187308" rIns="187308" bIns="187308">
            <a:spAutoFit/>
          </a:bodyPr>
          <a:lstStyle>
            <a:lvl1pPr defTabSz="1797050" eaLnBrk="0" hangingPunct="0">
              <a:defRPr sz="1200">
                <a:solidFill>
                  <a:schemeClr val="tx1"/>
                </a:solidFill>
                <a:latin typeface="Arial Narrow" pitchFamily="34" charset="0"/>
                <a:ea typeface="MS PGothic" pitchFamily="34" charset="-128"/>
              </a:defRPr>
            </a:lvl1pPr>
            <a:lvl2pPr marL="742950" indent="-285750" defTabSz="1797050" eaLnBrk="0" hangingPunct="0">
              <a:defRPr sz="1200">
                <a:solidFill>
                  <a:schemeClr val="tx1"/>
                </a:solidFill>
                <a:latin typeface="Arial Narrow" pitchFamily="34" charset="0"/>
                <a:ea typeface="MS PGothic" pitchFamily="34" charset="-128"/>
              </a:defRPr>
            </a:lvl2pPr>
            <a:lvl3pPr marL="1143000" indent="-228600" defTabSz="1797050" eaLnBrk="0" hangingPunct="0">
              <a:defRPr sz="1200">
                <a:solidFill>
                  <a:schemeClr val="tx1"/>
                </a:solidFill>
                <a:latin typeface="Arial Narrow" pitchFamily="34" charset="0"/>
                <a:ea typeface="MS PGothic" pitchFamily="34" charset="-128"/>
              </a:defRPr>
            </a:lvl3pPr>
            <a:lvl4pPr marL="1600200" indent="-228600" defTabSz="1797050" eaLnBrk="0" hangingPunct="0">
              <a:defRPr sz="1200">
                <a:solidFill>
                  <a:schemeClr val="tx1"/>
                </a:solidFill>
                <a:latin typeface="Arial Narrow" pitchFamily="34" charset="0"/>
                <a:ea typeface="MS PGothic" pitchFamily="34" charset="-128"/>
              </a:defRPr>
            </a:lvl4pPr>
            <a:lvl5pPr marL="2057400" indent="-228600" defTabSz="1797050" eaLnBrk="0" hangingPunct="0">
              <a:defRPr sz="1200">
                <a:solidFill>
                  <a:schemeClr val="tx1"/>
                </a:solidFill>
                <a:latin typeface="Arial Narrow" pitchFamily="34" charset="0"/>
                <a:ea typeface="MS PGothic" pitchFamily="34" charset="-128"/>
              </a:defRPr>
            </a:lvl5pPr>
            <a:lvl6pPr marL="2514600" indent="-228600" defTabSz="1797050"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defTabSz="1797050"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defTabSz="1797050"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defTabSz="1797050"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algn="just"/>
            <a:r>
              <a:rPr lang="en-US" sz="1800" dirty="0">
                <a:solidFill>
                  <a:schemeClr val="tx2"/>
                </a:solidFill>
                <a:latin typeface="Times New Roman" pitchFamily="18" charset="0"/>
                <a:cs typeface="Times New Roman" pitchFamily="18" charset="0"/>
              </a:rPr>
              <a:t>Future work includes extending LIFA to other Feistel-based ciphers and later rounds,</a:t>
            </a:r>
          </a:p>
          <a:p>
            <a:pPr algn="just"/>
            <a:r>
              <a:rPr lang="en-US" sz="1800" dirty="0">
                <a:solidFill>
                  <a:schemeClr val="tx2"/>
                </a:solidFill>
                <a:latin typeface="Times New Roman" pitchFamily="18" charset="0"/>
                <a:cs typeface="Times New Roman" pitchFamily="18" charset="0"/>
              </a:rPr>
              <a:t>as well as analyzing its interaction with stronger fault countermeasures and different fault models.</a:t>
            </a:r>
            <a:endParaRPr lang="en-IN" sz="1800" dirty="0">
              <a:solidFill>
                <a:schemeClr val="tx2"/>
              </a:solidFill>
              <a:latin typeface="Times New Roman" pitchFamily="18" charset="0"/>
              <a:cs typeface="Times New Roman" pitchFamily="18" charset="0"/>
            </a:endParaRPr>
          </a:p>
        </p:txBody>
      </p:sp>
      <p:sp>
        <p:nvSpPr>
          <p:cNvPr id="4134" name="AutoShape 106" descr="Image result for Flow chart image"/>
          <p:cNvSpPr>
            <a:spLocks noChangeAspect="1" noChangeArrowheads="1"/>
          </p:cNvSpPr>
          <p:nvPr/>
        </p:nvSpPr>
        <p:spPr bwMode="auto">
          <a:xfrm>
            <a:off x="127000"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4135" name="AutoShape 109" descr="Image result for Flow chart image"/>
          <p:cNvSpPr>
            <a:spLocks noChangeAspect="1" noChangeArrowheads="1"/>
          </p:cNvSpPr>
          <p:nvPr/>
        </p:nvSpPr>
        <p:spPr bwMode="auto">
          <a:xfrm>
            <a:off x="279400"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4137" name="TextBox 5"/>
          <p:cNvSpPr txBox="1">
            <a:spLocks noChangeArrowheads="1"/>
          </p:cNvSpPr>
          <p:nvPr/>
        </p:nvSpPr>
        <p:spPr bwMode="auto">
          <a:xfrm>
            <a:off x="1199242" y="11508192"/>
            <a:ext cx="275267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Narrow" pitchFamily="34" charset="0"/>
                <a:ea typeface="MS PGothic" pitchFamily="34" charset="-128"/>
              </a:defRPr>
            </a:lvl1pPr>
            <a:lvl2pPr marL="742950" indent="-285750" eaLnBrk="0" hangingPunct="0">
              <a:defRPr sz="1200">
                <a:solidFill>
                  <a:schemeClr val="tx1"/>
                </a:solidFill>
                <a:latin typeface="Arial Narrow" pitchFamily="34" charset="0"/>
                <a:ea typeface="MS PGothic" pitchFamily="34" charset="-128"/>
              </a:defRPr>
            </a:lvl2pPr>
            <a:lvl3pPr marL="1143000" indent="-228600" eaLnBrk="0" hangingPunct="0">
              <a:defRPr sz="1200">
                <a:solidFill>
                  <a:schemeClr val="tx1"/>
                </a:solidFill>
                <a:latin typeface="Arial Narrow" pitchFamily="34" charset="0"/>
                <a:ea typeface="MS PGothic" pitchFamily="34" charset="-128"/>
              </a:defRPr>
            </a:lvl3pPr>
            <a:lvl4pPr marL="1600200" indent="-228600" eaLnBrk="0" hangingPunct="0">
              <a:defRPr sz="1200">
                <a:solidFill>
                  <a:schemeClr val="tx1"/>
                </a:solidFill>
                <a:latin typeface="Arial Narrow" pitchFamily="34" charset="0"/>
                <a:ea typeface="MS PGothic" pitchFamily="34" charset="-128"/>
              </a:defRPr>
            </a:lvl4pPr>
            <a:lvl5pPr marL="2057400" indent="-228600" eaLnBrk="0" hangingPunct="0">
              <a:defRPr sz="1200">
                <a:solidFill>
                  <a:schemeClr val="tx1"/>
                </a:solidFill>
                <a:latin typeface="Arial Narrow" pitchFamily="34" charset="0"/>
                <a:ea typeface="MS PGothic" pitchFamily="34" charset="-128"/>
              </a:defRPr>
            </a:lvl5pPr>
            <a:lvl6pPr marL="2514600" indent="-228600"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eaLnBrk="1" hangingPunct="1"/>
            <a:r>
              <a:rPr lang="en-US" dirty="0"/>
              <a:t>Figure 1 Generalized round of a Feistel cipher</a:t>
            </a:r>
            <a:endParaRPr lang="en-IN" dirty="0"/>
          </a:p>
        </p:txBody>
      </p:sp>
      <p:sp>
        <p:nvSpPr>
          <p:cNvPr id="4138" name="Rectangle 8"/>
          <p:cNvSpPr>
            <a:spLocks noChangeArrowheads="1"/>
          </p:cNvSpPr>
          <p:nvPr/>
        </p:nvSpPr>
        <p:spPr bwMode="auto">
          <a:xfrm>
            <a:off x="5245544" y="15635187"/>
            <a:ext cx="4600575"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gn="just">
              <a:buFont typeface="Arial" panose="020B0604020202020204" pitchFamily="34" charset="0"/>
              <a:buChar char="•"/>
            </a:pPr>
            <a:r>
              <a:rPr lang="en-US" sz="1600" dirty="0">
                <a:solidFill>
                  <a:schemeClr val="tx1">
                    <a:lumMod val="75000"/>
                  </a:schemeClr>
                </a:solidFill>
                <a:latin typeface="Times New Roman" pitchFamily="18" charset="0"/>
                <a:cs typeface="Times New Roman" pitchFamily="18" charset="0"/>
              </a:rPr>
              <a:t>Table 1 shows 48 (LIFA) vs. 160 (SIFA) faulty execution needed  in the noise-free case</a:t>
            </a:r>
          </a:p>
          <a:p>
            <a:pPr marL="285750" indent="-285750" algn="just">
              <a:buFont typeface="Arial" panose="020B0604020202020204" pitchFamily="34" charset="0"/>
              <a:buChar char="•"/>
            </a:pPr>
            <a:r>
              <a:rPr lang="en-US" sz="1600" dirty="0">
                <a:solidFill>
                  <a:schemeClr val="tx1">
                    <a:lumMod val="75000"/>
                  </a:schemeClr>
                </a:solidFill>
                <a:latin typeface="Times New Roman" pitchFamily="18" charset="0"/>
                <a:cs typeface="Times New Roman" pitchFamily="18" charset="0"/>
              </a:rPr>
              <a:t>Table 1 quantifies the data increase to 160/352/720 executions for 30/50/80% missed faults.</a:t>
            </a:r>
          </a:p>
          <a:p>
            <a:pPr marL="285750" indent="-285750" algn="just">
              <a:buFont typeface="Arial" panose="020B0604020202020204" pitchFamily="34" charset="0"/>
              <a:buChar char="•"/>
            </a:pPr>
            <a:r>
              <a:rPr lang="en-US" sz="1600" dirty="0">
                <a:solidFill>
                  <a:schemeClr val="tx1">
                    <a:lumMod val="75000"/>
                  </a:schemeClr>
                </a:solidFill>
                <a:latin typeface="Times New Roman" pitchFamily="18" charset="0"/>
                <a:cs typeface="Times New Roman" pitchFamily="18" charset="0"/>
              </a:rPr>
              <a:t>Fig5: The plotted success probabilities correspond to same data points reported in Table 1.</a:t>
            </a:r>
            <a:endParaRPr lang="en-IN" sz="1600" dirty="0">
              <a:solidFill>
                <a:schemeClr val="tx1">
                  <a:lumMod val="75000"/>
                </a:schemeClr>
              </a:solidFill>
              <a:latin typeface="Times New Roman" pitchFamily="18" charset="0"/>
              <a:cs typeface="Times New Roman" pitchFamily="18" charset="0"/>
            </a:endParaRPr>
          </a:p>
        </p:txBody>
      </p:sp>
      <p:sp>
        <p:nvSpPr>
          <p:cNvPr id="4141" name="Rectangle 2"/>
          <p:cNvSpPr>
            <a:spLocks noChangeArrowheads="1"/>
          </p:cNvSpPr>
          <p:nvPr/>
        </p:nvSpPr>
        <p:spPr bwMode="auto">
          <a:xfrm>
            <a:off x="315590" y="13486428"/>
            <a:ext cx="4651375" cy="8156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1800" dirty="0">
                <a:solidFill>
                  <a:schemeClr val="tx2"/>
                </a:solidFill>
                <a:latin typeface="Times New Roman" pitchFamily="18" charset="0"/>
                <a:cs typeface="Times New Roman" pitchFamily="18" charset="0"/>
              </a:rPr>
              <a:t>A transient instruction-skip fault is injected during the last round of DES.</a:t>
            </a:r>
          </a:p>
          <a:p>
            <a:pPr algn="just"/>
            <a:endParaRPr lang="en-US" sz="1800" dirty="0">
              <a:solidFill>
                <a:schemeClr val="tx2"/>
              </a:solidFill>
              <a:latin typeface="Times New Roman" pitchFamily="18" charset="0"/>
              <a:cs typeface="Times New Roman" pitchFamily="18" charset="0"/>
            </a:endParaRPr>
          </a:p>
          <a:p>
            <a:pPr algn="just"/>
            <a:endParaRPr lang="en-US" sz="1800" dirty="0">
              <a:solidFill>
                <a:schemeClr val="tx2"/>
              </a:solidFill>
              <a:latin typeface="Times New Roman" pitchFamily="18" charset="0"/>
              <a:cs typeface="Times New Roman" pitchFamily="18" charset="0"/>
            </a:endParaRPr>
          </a:p>
          <a:p>
            <a:pPr algn="just"/>
            <a:endParaRPr lang="en-US" sz="1800" dirty="0">
              <a:solidFill>
                <a:schemeClr val="tx2"/>
              </a:solidFill>
              <a:latin typeface="Times New Roman" pitchFamily="18" charset="0"/>
              <a:cs typeface="Times New Roman" pitchFamily="18" charset="0"/>
            </a:endParaRPr>
          </a:p>
          <a:p>
            <a:pPr algn="just"/>
            <a:endParaRPr lang="en-US" sz="1800" dirty="0">
              <a:solidFill>
                <a:schemeClr val="tx2"/>
              </a:solidFill>
              <a:latin typeface="Times New Roman" pitchFamily="18" charset="0"/>
              <a:cs typeface="Times New Roman" pitchFamily="18" charset="0"/>
            </a:endParaRPr>
          </a:p>
          <a:p>
            <a:pPr algn="just"/>
            <a:endParaRPr lang="en-US" sz="1800" dirty="0">
              <a:solidFill>
                <a:schemeClr val="tx2"/>
              </a:solidFill>
              <a:latin typeface="Times New Roman" pitchFamily="18" charset="0"/>
              <a:cs typeface="Times New Roman" pitchFamily="18" charset="0"/>
            </a:endParaRPr>
          </a:p>
          <a:p>
            <a:pPr algn="just"/>
            <a:endParaRPr lang="en-US" sz="1800" dirty="0">
              <a:solidFill>
                <a:schemeClr val="tx2"/>
              </a:solidFill>
              <a:latin typeface="Times New Roman" pitchFamily="18" charset="0"/>
              <a:cs typeface="Times New Roman" pitchFamily="18" charset="0"/>
            </a:endParaRPr>
          </a:p>
          <a:p>
            <a:pPr algn="just"/>
            <a:endParaRPr lang="en-US" sz="1800" dirty="0">
              <a:solidFill>
                <a:schemeClr val="tx2"/>
              </a:solidFill>
              <a:latin typeface="Times New Roman" pitchFamily="18" charset="0"/>
              <a:cs typeface="Times New Roman" pitchFamily="18" charset="0"/>
            </a:endParaRPr>
          </a:p>
          <a:p>
            <a:pPr algn="just"/>
            <a:r>
              <a:rPr lang="en-US" sz="1800" dirty="0">
                <a:solidFill>
                  <a:schemeClr val="tx2"/>
                </a:solidFill>
                <a:latin typeface="Times New Roman" pitchFamily="18" charset="0"/>
                <a:cs typeface="Times New Roman" pitchFamily="18" charset="0"/>
              </a:rPr>
              <a:t>When the fault is ineffective, the output of two </a:t>
            </a:r>
          </a:p>
          <a:p>
            <a:pPr algn="just"/>
            <a:r>
              <a:rPr lang="en-US" sz="1800" dirty="0">
                <a:solidFill>
                  <a:schemeClr val="tx2"/>
                </a:solidFill>
                <a:latin typeface="Times New Roman" pitchFamily="18" charset="0"/>
                <a:cs typeface="Times New Roman" pitchFamily="18" charset="0"/>
              </a:rPr>
              <a:t>Consecutive S-boxes becomes identical.</a:t>
            </a:r>
          </a:p>
          <a:p>
            <a:pPr algn="just"/>
            <a:r>
              <a:rPr lang="en-US" sz="1800" dirty="0">
                <a:solidFill>
                  <a:schemeClr val="tx2"/>
                </a:solidFill>
                <a:latin typeface="Times New Roman" pitchFamily="18" charset="0"/>
                <a:cs typeface="Times New Roman" pitchFamily="18" charset="0"/>
              </a:rPr>
              <a:t>This creates a deterministic relation that always holds for the correct subkey.</a:t>
            </a:r>
          </a:p>
          <a:p>
            <a:pPr algn="just"/>
            <a:endParaRPr lang="en-US" sz="1800" dirty="0">
              <a:solidFill>
                <a:schemeClr val="tx2"/>
              </a:solidFill>
              <a:latin typeface="Times New Roman" pitchFamily="18" charset="0"/>
              <a:cs typeface="Times New Roman" pitchFamily="18" charset="0"/>
            </a:endParaRPr>
          </a:p>
          <a:p>
            <a:pPr algn="just"/>
            <a:endParaRPr lang="en-US" sz="1800" dirty="0">
              <a:solidFill>
                <a:schemeClr val="tx2"/>
              </a:solidFill>
              <a:latin typeface="Times New Roman" pitchFamily="18" charset="0"/>
              <a:cs typeface="Times New Roman" pitchFamily="18" charset="0"/>
            </a:endParaRPr>
          </a:p>
          <a:p>
            <a:pPr algn="just"/>
            <a:r>
              <a:rPr lang="en-US" sz="1800" dirty="0">
                <a:solidFill>
                  <a:schemeClr val="tx2"/>
                </a:solidFill>
                <a:latin typeface="Times New Roman" pitchFamily="18" charset="0"/>
                <a:cs typeface="Times New Roman" pitchFamily="18" charset="0"/>
              </a:rPr>
              <a:t>Incorrect key hypotheses satisfy this relation only with low probability and are therefore discarded. Even in the presence of missed injections or unwanted faults, the linked relation remains statistically dominant for the correct key, so key recovery remains reliable as more ineffective ciphertexts are collected. Owing to the nibble-based structure of the DES S-boxes, a single injection can generate two simultaneous and statistically independent links, enabling parallel recovery of larger subkey portions with reduced data requirements.</a:t>
            </a:r>
            <a:endParaRPr lang="en-US" altLang="en-US" sz="1800" dirty="0">
              <a:solidFill>
                <a:schemeClr val="tx2"/>
              </a:solidFill>
              <a:latin typeface="Times New Roman" panose="02020603050405020304" pitchFamily="18" charset="0"/>
              <a:cs typeface="Times New Roman" panose="02020603050405020304" pitchFamily="18" charset="0"/>
            </a:endParaRPr>
          </a:p>
          <a:p>
            <a:pPr algn="just"/>
            <a:endParaRPr lang="en-US" altLang="en-US" sz="1800" dirty="0">
              <a:solidFill>
                <a:schemeClr val="tx2"/>
              </a:solidFill>
              <a:latin typeface="Times New Roman" panose="02020603050405020304" pitchFamily="18" charset="0"/>
              <a:cs typeface="Times New Roman" panose="02020603050405020304" pitchFamily="18" charset="0"/>
            </a:endParaRPr>
          </a:p>
          <a:p>
            <a:pPr algn="just"/>
            <a:endParaRPr lang="en-US" sz="2000" dirty="0">
              <a:solidFill>
                <a:schemeClr val="tx2"/>
              </a:solidFill>
              <a:latin typeface="Times New Roman" pitchFamily="18" charset="0"/>
              <a:cs typeface="Times New Roman" pitchFamily="18" charset="0"/>
            </a:endParaRPr>
          </a:p>
        </p:txBody>
      </p:sp>
      <p:sp>
        <p:nvSpPr>
          <p:cNvPr id="4143" name="TextBox 2"/>
          <p:cNvSpPr txBox="1">
            <a:spLocks noChangeArrowheads="1"/>
          </p:cNvSpPr>
          <p:nvPr/>
        </p:nvSpPr>
        <p:spPr bwMode="auto">
          <a:xfrm>
            <a:off x="10171113" y="14403368"/>
            <a:ext cx="4600575"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Arial Narrow" pitchFamily="34" charset="0"/>
                <a:ea typeface="MS PGothic" pitchFamily="34" charset="-128"/>
              </a:defRPr>
            </a:lvl1pPr>
            <a:lvl2pPr marL="742950" indent="-285750" eaLnBrk="0" hangingPunct="0">
              <a:defRPr sz="1200">
                <a:solidFill>
                  <a:schemeClr val="tx1"/>
                </a:solidFill>
                <a:latin typeface="Arial Narrow" pitchFamily="34" charset="0"/>
                <a:ea typeface="MS PGothic" pitchFamily="34" charset="-128"/>
              </a:defRPr>
            </a:lvl2pPr>
            <a:lvl3pPr marL="1143000" indent="-228600" eaLnBrk="0" hangingPunct="0">
              <a:defRPr sz="1200">
                <a:solidFill>
                  <a:schemeClr val="tx1"/>
                </a:solidFill>
                <a:latin typeface="Arial Narrow" pitchFamily="34" charset="0"/>
                <a:ea typeface="MS PGothic" pitchFamily="34" charset="-128"/>
              </a:defRPr>
            </a:lvl3pPr>
            <a:lvl4pPr marL="1600200" indent="-228600" eaLnBrk="0" hangingPunct="0">
              <a:defRPr sz="1200">
                <a:solidFill>
                  <a:schemeClr val="tx1"/>
                </a:solidFill>
                <a:latin typeface="Arial Narrow" pitchFamily="34" charset="0"/>
                <a:ea typeface="MS PGothic" pitchFamily="34" charset="-128"/>
              </a:defRPr>
            </a:lvl4pPr>
            <a:lvl5pPr marL="2057400" indent="-228600" eaLnBrk="0" hangingPunct="0">
              <a:defRPr sz="1200">
                <a:solidFill>
                  <a:schemeClr val="tx1"/>
                </a:solidFill>
                <a:latin typeface="Arial Narrow" pitchFamily="34" charset="0"/>
                <a:ea typeface="MS PGothic" pitchFamily="34" charset="-128"/>
              </a:defRPr>
            </a:lvl5pPr>
            <a:lvl6pPr marL="2514600" indent="-228600"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algn="just" eaLnBrk="1" hangingPunct="1"/>
            <a:r>
              <a:rPr lang="en-US" sz="1800" dirty="0">
                <a:solidFill>
                  <a:schemeClr val="tx2"/>
                </a:solidFill>
                <a:latin typeface="Times New Roman" pitchFamily="18" charset="0"/>
                <a:cs typeface="Times New Roman" pitchFamily="18" charset="0"/>
              </a:rPr>
              <a:t>[1] D. </a:t>
            </a:r>
            <a:r>
              <a:rPr lang="en-US" sz="1800" dirty="0" err="1">
                <a:solidFill>
                  <a:schemeClr val="tx2"/>
                </a:solidFill>
                <a:latin typeface="Times New Roman" pitchFamily="18" charset="0"/>
                <a:cs typeface="Times New Roman" pitchFamily="18" charset="0"/>
              </a:rPr>
              <a:t>Boneh</a:t>
            </a:r>
            <a:r>
              <a:rPr lang="en-US" sz="1800" dirty="0">
                <a:solidFill>
                  <a:schemeClr val="tx2"/>
                </a:solidFill>
                <a:latin typeface="Times New Roman" pitchFamily="18" charset="0"/>
                <a:cs typeface="Times New Roman" pitchFamily="18" charset="0"/>
              </a:rPr>
              <a:t>, R. A. </a:t>
            </a:r>
            <a:r>
              <a:rPr lang="en-US" sz="1800" dirty="0" err="1">
                <a:solidFill>
                  <a:schemeClr val="tx2"/>
                </a:solidFill>
                <a:latin typeface="Times New Roman" pitchFamily="18" charset="0"/>
                <a:cs typeface="Times New Roman" pitchFamily="18" charset="0"/>
              </a:rPr>
              <a:t>DeMillo</a:t>
            </a:r>
            <a:r>
              <a:rPr lang="en-US" sz="1800" dirty="0">
                <a:solidFill>
                  <a:schemeClr val="tx2"/>
                </a:solidFill>
                <a:latin typeface="Times New Roman" pitchFamily="18" charset="0"/>
                <a:cs typeface="Times New Roman" pitchFamily="18" charset="0"/>
              </a:rPr>
              <a:t>, and R. J. Lipton, “On the Importance of Checking Cryptographic Protocols for Faults,” in Advances in Cryptology – EUROCRYPT ’97, 1997, pp. 37–51. </a:t>
            </a:r>
          </a:p>
          <a:p>
            <a:pPr algn="just" eaLnBrk="1" hangingPunct="1"/>
            <a:endParaRPr lang="en-US" sz="1800" dirty="0">
              <a:solidFill>
                <a:schemeClr val="tx2"/>
              </a:solidFill>
              <a:latin typeface="Times New Roman" pitchFamily="18" charset="0"/>
              <a:cs typeface="Times New Roman" pitchFamily="18" charset="0"/>
            </a:endParaRPr>
          </a:p>
          <a:p>
            <a:pPr algn="just" eaLnBrk="1" hangingPunct="1"/>
            <a:r>
              <a:rPr lang="en-US" sz="1800" dirty="0">
                <a:solidFill>
                  <a:schemeClr val="tx2"/>
                </a:solidFill>
                <a:latin typeface="Times New Roman" pitchFamily="18" charset="0"/>
                <a:cs typeface="Times New Roman" pitchFamily="18" charset="0"/>
              </a:rPr>
              <a:t>[2] C. </a:t>
            </a:r>
            <a:r>
              <a:rPr lang="en-US" sz="1800" dirty="0" err="1">
                <a:solidFill>
                  <a:schemeClr val="tx2"/>
                </a:solidFill>
                <a:latin typeface="Times New Roman" pitchFamily="18" charset="0"/>
                <a:cs typeface="Times New Roman" pitchFamily="18" charset="0"/>
              </a:rPr>
              <a:t>Dobraunig</a:t>
            </a:r>
            <a:r>
              <a:rPr lang="en-US" sz="1800" dirty="0">
                <a:solidFill>
                  <a:schemeClr val="tx2"/>
                </a:solidFill>
                <a:latin typeface="Times New Roman" pitchFamily="18" charset="0"/>
                <a:cs typeface="Times New Roman" pitchFamily="18" charset="0"/>
              </a:rPr>
              <a:t>, M. </a:t>
            </a:r>
            <a:r>
              <a:rPr lang="en-US" sz="1800" dirty="0" err="1">
                <a:solidFill>
                  <a:schemeClr val="tx2"/>
                </a:solidFill>
                <a:latin typeface="Times New Roman" pitchFamily="18" charset="0"/>
                <a:cs typeface="Times New Roman" pitchFamily="18" charset="0"/>
              </a:rPr>
              <a:t>Eichlseder</a:t>
            </a:r>
            <a:r>
              <a:rPr lang="en-US" sz="1800" dirty="0">
                <a:solidFill>
                  <a:schemeClr val="tx2"/>
                </a:solidFill>
                <a:latin typeface="Times New Roman" pitchFamily="18" charset="0"/>
                <a:cs typeface="Times New Roman" pitchFamily="18" charset="0"/>
              </a:rPr>
              <a:t>, T. </a:t>
            </a:r>
            <a:r>
              <a:rPr lang="en-US" sz="1800" dirty="0" err="1">
                <a:solidFill>
                  <a:schemeClr val="tx2"/>
                </a:solidFill>
                <a:latin typeface="Times New Roman" pitchFamily="18" charset="0"/>
                <a:cs typeface="Times New Roman" pitchFamily="18" charset="0"/>
              </a:rPr>
              <a:t>Korak</a:t>
            </a:r>
            <a:r>
              <a:rPr lang="en-US" sz="1800" dirty="0">
                <a:solidFill>
                  <a:schemeClr val="tx2"/>
                </a:solidFill>
                <a:latin typeface="Times New Roman" pitchFamily="18" charset="0"/>
                <a:cs typeface="Times New Roman" pitchFamily="18" charset="0"/>
              </a:rPr>
              <a:t>, S. </a:t>
            </a:r>
            <a:r>
              <a:rPr lang="en-US" sz="1800" dirty="0" err="1">
                <a:solidFill>
                  <a:schemeClr val="tx2"/>
                </a:solidFill>
                <a:latin typeface="Times New Roman" pitchFamily="18" charset="0"/>
                <a:cs typeface="Times New Roman" pitchFamily="18" charset="0"/>
              </a:rPr>
              <a:t>Mangard</a:t>
            </a:r>
            <a:r>
              <a:rPr lang="en-US" sz="1800" dirty="0">
                <a:solidFill>
                  <a:schemeClr val="tx2"/>
                </a:solidFill>
                <a:latin typeface="Times New Roman" pitchFamily="18" charset="0"/>
                <a:cs typeface="Times New Roman" pitchFamily="18" charset="0"/>
              </a:rPr>
              <a:t>, F. Mendel, and R. Primas, “SIFA: Exploiting Ineffective Fault Inductions on Symmetric Cryptography,” IACR Transactions on Cryptographic Hardware and Embedded Systems (TCHES), 2018, pp. 547–572. </a:t>
            </a:r>
          </a:p>
          <a:p>
            <a:pPr algn="just" eaLnBrk="1" hangingPunct="1"/>
            <a:endParaRPr lang="en-US" sz="1800" dirty="0">
              <a:solidFill>
                <a:schemeClr val="tx2"/>
              </a:solidFill>
              <a:latin typeface="Times New Roman" pitchFamily="18" charset="0"/>
              <a:cs typeface="Times New Roman" pitchFamily="18" charset="0"/>
            </a:endParaRPr>
          </a:p>
          <a:p>
            <a:pPr algn="just" eaLnBrk="1" hangingPunct="1"/>
            <a:r>
              <a:rPr lang="en-US" sz="1800" dirty="0">
                <a:solidFill>
                  <a:schemeClr val="tx2"/>
                </a:solidFill>
                <a:latin typeface="Times New Roman" pitchFamily="18" charset="0"/>
                <a:cs typeface="Times New Roman" pitchFamily="18" charset="0"/>
              </a:rPr>
              <a:t>[3] A. A. </a:t>
            </a:r>
            <a:r>
              <a:rPr lang="en-US" sz="1800" dirty="0" err="1">
                <a:solidFill>
                  <a:schemeClr val="tx2"/>
                </a:solidFill>
                <a:latin typeface="Times New Roman" pitchFamily="18" charset="0"/>
                <a:cs typeface="Times New Roman" pitchFamily="18" charset="0"/>
              </a:rPr>
              <a:t>Beigizad</a:t>
            </a:r>
            <a:r>
              <a:rPr lang="en-US" sz="1800" dirty="0">
                <a:solidFill>
                  <a:schemeClr val="tx2"/>
                </a:solidFill>
                <a:latin typeface="Times New Roman" pitchFamily="18" charset="0"/>
                <a:cs typeface="Times New Roman" pitchFamily="18" charset="0"/>
              </a:rPr>
              <a:t>, H. </a:t>
            </a:r>
            <a:r>
              <a:rPr lang="en-US" sz="1800" dirty="0" err="1">
                <a:solidFill>
                  <a:schemeClr val="tx2"/>
                </a:solidFill>
                <a:latin typeface="Times New Roman" pitchFamily="18" charset="0"/>
                <a:cs typeface="Times New Roman" pitchFamily="18" charset="0"/>
              </a:rPr>
              <a:t>Soleimany</a:t>
            </a:r>
            <a:r>
              <a:rPr lang="en-US" sz="1800" dirty="0">
                <a:solidFill>
                  <a:schemeClr val="tx2"/>
                </a:solidFill>
                <a:latin typeface="Times New Roman" pitchFamily="18" charset="0"/>
                <a:cs typeface="Times New Roman" pitchFamily="18" charset="0"/>
              </a:rPr>
              <a:t>, S. </a:t>
            </a:r>
            <a:r>
              <a:rPr lang="en-US" sz="1800" dirty="0" err="1">
                <a:solidFill>
                  <a:schemeClr val="tx2"/>
                </a:solidFill>
                <a:latin typeface="Times New Roman" pitchFamily="18" charset="0"/>
                <a:cs typeface="Times New Roman" pitchFamily="18" charset="0"/>
              </a:rPr>
              <a:t>Zarei</a:t>
            </a:r>
            <a:r>
              <a:rPr lang="en-US" sz="1800" dirty="0">
                <a:solidFill>
                  <a:schemeClr val="tx2"/>
                </a:solidFill>
                <a:latin typeface="Times New Roman" pitchFamily="18" charset="0"/>
                <a:cs typeface="Times New Roman" pitchFamily="18" charset="0"/>
              </a:rPr>
              <a:t>, and H. </a:t>
            </a:r>
            <a:r>
              <a:rPr lang="en-US" sz="1800" dirty="0" err="1">
                <a:solidFill>
                  <a:schemeClr val="tx2"/>
                </a:solidFill>
                <a:latin typeface="Times New Roman" pitchFamily="18" charset="0"/>
                <a:cs typeface="Times New Roman" pitchFamily="18" charset="0"/>
              </a:rPr>
              <a:t>Ramzanipour</a:t>
            </a:r>
            <a:r>
              <a:rPr lang="en-US" sz="1800" dirty="0">
                <a:solidFill>
                  <a:schemeClr val="tx2"/>
                </a:solidFill>
                <a:latin typeface="Times New Roman" pitchFamily="18" charset="0"/>
                <a:cs typeface="Times New Roman" pitchFamily="18" charset="0"/>
              </a:rPr>
              <a:t>, “Linked Fault Analysis,” IEEE Transactions on Information Forensics and Security, vol. 19, pp. 632–645, 2024. </a:t>
            </a:r>
          </a:p>
          <a:p>
            <a:pPr algn="just" eaLnBrk="1" hangingPunct="1"/>
            <a:endParaRPr lang="en-US" sz="1800" dirty="0">
              <a:solidFill>
                <a:schemeClr val="tx2"/>
              </a:solidFill>
              <a:latin typeface="Times New Roman" pitchFamily="18" charset="0"/>
              <a:cs typeface="Times New Roman" pitchFamily="18" charset="0"/>
            </a:endParaRPr>
          </a:p>
          <a:p>
            <a:pPr algn="just" eaLnBrk="1" hangingPunct="1"/>
            <a:r>
              <a:rPr lang="en-US" sz="1800" dirty="0">
                <a:solidFill>
                  <a:schemeClr val="tx2"/>
                </a:solidFill>
                <a:latin typeface="Times New Roman" pitchFamily="18" charset="0"/>
                <a:cs typeface="Times New Roman" pitchFamily="18" charset="0"/>
              </a:rPr>
              <a:t>[4] National Institute of Standards and Technology (NIST), “Data Encryption Standard (DES),” Federal Information Processing Standards Publication (FIPS), 1999.</a:t>
            </a:r>
          </a:p>
        </p:txBody>
      </p:sp>
      <p:pic>
        <p:nvPicPr>
          <p:cNvPr id="2" name="Picture 8" descr="انجمن رمز ایران">
            <a:extLst>
              <a:ext uri="{FF2B5EF4-FFF2-40B4-BE49-F238E27FC236}">
                <a16:creationId xmlns:a16="http://schemas.microsoft.com/office/drawing/2014/main" id="{DF130569-B2BE-821D-581D-AEE3D044D3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121853"/>
            <a:ext cx="2448581" cy="24370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4" descr="لوگو دانشگاه شهید بهشتی تهران">
            <a:extLst>
              <a:ext uri="{FF2B5EF4-FFF2-40B4-BE49-F238E27FC236}">
                <a16:creationId xmlns:a16="http://schemas.microsoft.com/office/drawing/2014/main" id="{A48A5AAE-354A-17C7-1873-D79AE6DFE85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277" t="5153" r="9891" b="18044"/>
          <a:stretch/>
        </p:blipFill>
        <p:spPr bwMode="auto">
          <a:xfrm>
            <a:off x="12455095" y="111689"/>
            <a:ext cx="2538793" cy="24370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3D2B37EB-1724-5E1A-0C21-4037B0021C2D}"/>
              </a:ext>
            </a:extLst>
          </p:cNvPr>
          <p:cNvPicPr>
            <a:picLocks noChangeAspect="1"/>
          </p:cNvPicPr>
          <p:nvPr/>
        </p:nvPicPr>
        <p:blipFill>
          <a:blip r:embed="rId5"/>
          <a:srcRect b="17117"/>
          <a:stretch/>
        </p:blipFill>
        <p:spPr>
          <a:xfrm>
            <a:off x="417086" y="9670365"/>
            <a:ext cx="4448386" cy="1821550"/>
          </a:xfrm>
          <a:prstGeom prst="rect">
            <a:avLst/>
          </a:prstGeom>
        </p:spPr>
      </p:pic>
      <p:sp>
        <p:nvSpPr>
          <p:cNvPr id="5" name="Rectangle 2">
            <a:extLst>
              <a:ext uri="{FF2B5EF4-FFF2-40B4-BE49-F238E27FC236}">
                <a16:creationId xmlns:a16="http://schemas.microsoft.com/office/drawing/2014/main" id="{0001592C-4C81-C61E-B4A1-9B1F76061B9B}"/>
              </a:ext>
            </a:extLst>
          </p:cNvPr>
          <p:cNvSpPr>
            <a:spLocks noChangeArrowheads="1"/>
          </p:cNvSpPr>
          <p:nvPr/>
        </p:nvSpPr>
        <p:spPr bwMode="auto">
          <a:xfrm>
            <a:off x="279400" y="8706208"/>
            <a:ext cx="4651375" cy="5039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sz="1800" b="1" dirty="0">
                <a:solidFill>
                  <a:schemeClr val="accent1">
                    <a:lumMod val="10000"/>
                  </a:schemeClr>
                </a:solidFill>
                <a:latin typeface="Times New Roman" panose="02020603050405020304" pitchFamily="18" charset="0"/>
                <a:cs typeface="Times New Roman" panose="02020603050405020304" pitchFamily="18" charset="0"/>
              </a:rPr>
              <a:t>DES</a:t>
            </a:r>
            <a:r>
              <a:rPr lang="en-US" altLang="en-US" sz="1800" dirty="0">
                <a:solidFill>
                  <a:schemeClr val="accent1">
                    <a:lumMod val="10000"/>
                  </a:schemeClr>
                </a:solidFill>
                <a:latin typeface="Times New Roman" panose="02020603050405020304" pitchFamily="18" charset="0"/>
                <a:cs typeface="Times New Roman" panose="02020603050405020304" pitchFamily="18" charset="0"/>
              </a:rPr>
              <a:t> is a 16-round Feistel block cipher operating on 64-bit data blocks with 8 S-boxes per round.</a:t>
            </a:r>
          </a:p>
          <a:p>
            <a:pPr algn="just"/>
            <a:endParaRPr lang="en-US" altLang="en-US" sz="1800" dirty="0">
              <a:solidFill>
                <a:schemeClr val="accent1">
                  <a:lumMod val="10000"/>
                </a:schemeClr>
              </a:solidFill>
              <a:latin typeface="Times New Roman" panose="02020603050405020304" pitchFamily="18" charset="0"/>
              <a:cs typeface="Times New Roman" panose="02020603050405020304" pitchFamily="18" charset="0"/>
            </a:endParaRPr>
          </a:p>
          <a:p>
            <a:pPr algn="just"/>
            <a:endParaRPr lang="en-US" altLang="en-US" sz="1800" dirty="0">
              <a:solidFill>
                <a:schemeClr val="accent1">
                  <a:lumMod val="10000"/>
                </a:schemeClr>
              </a:solidFill>
              <a:latin typeface="Times New Roman" panose="02020603050405020304" pitchFamily="18" charset="0"/>
              <a:cs typeface="Times New Roman" panose="02020603050405020304" pitchFamily="18" charset="0"/>
            </a:endParaRPr>
          </a:p>
          <a:p>
            <a:pPr algn="just"/>
            <a:endParaRPr lang="en-US" altLang="en-US" sz="1800" dirty="0">
              <a:solidFill>
                <a:schemeClr val="accent1">
                  <a:lumMod val="10000"/>
                </a:schemeClr>
              </a:solidFill>
              <a:latin typeface="Times New Roman" panose="02020603050405020304" pitchFamily="18" charset="0"/>
              <a:cs typeface="Times New Roman" panose="02020603050405020304" pitchFamily="18" charset="0"/>
            </a:endParaRPr>
          </a:p>
          <a:p>
            <a:pPr algn="just"/>
            <a:endParaRPr lang="en-US" altLang="en-US" sz="1800" dirty="0">
              <a:solidFill>
                <a:schemeClr val="accent1">
                  <a:lumMod val="10000"/>
                </a:schemeClr>
              </a:solidFill>
              <a:latin typeface="Times New Roman" panose="02020603050405020304" pitchFamily="18" charset="0"/>
              <a:cs typeface="Times New Roman" panose="02020603050405020304" pitchFamily="18" charset="0"/>
            </a:endParaRPr>
          </a:p>
          <a:p>
            <a:pPr algn="just"/>
            <a:endParaRPr lang="en-US" altLang="en-US" sz="1800" dirty="0">
              <a:solidFill>
                <a:schemeClr val="accent1">
                  <a:lumMod val="10000"/>
                </a:schemeClr>
              </a:solidFill>
              <a:latin typeface="Times New Roman" panose="02020603050405020304" pitchFamily="18" charset="0"/>
              <a:cs typeface="Times New Roman" panose="02020603050405020304" pitchFamily="18" charset="0"/>
            </a:endParaRPr>
          </a:p>
          <a:p>
            <a:pPr algn="just"/>
            <a:endParaRPr lang="en-US" altLang="en-US" sz="1800" dirty="0">
              <a:solidFill>
                <a:schemeClr val="accent1">
                  <a:lumMod val="10000"/>
                </a:schemeClr>
              </a:solidFill>
              <a:latin typeface="Times New Roman" panose="02020603050405020304" pitchFamily="18" charset="0"/>
              <a:cs typeface="Times New Roman" panose="02020603050405020304" pitchFamily="18" charset="0"/>
            </a:endParaRPr>
          </a:p>
          <a:p>
            <a:pPr algn="just"/>
            <a:endParaRPr lang="en-US" altLang="en-US" sz="1800" dirty="0">
              <a:solidFill>
                <a:schemeClr val="accent1">
                  <a:lumMod val="10000"/>
                </a:schemeClr>
              </a:solidFill>
              <a:latin typeface="Times New Roman" panose="02020603050405020304" pitchFamily="18" charset="0"/>
              <a:cs typeface="Times New Roman" panose="02020603050405020304" pitchFamily="18" charset="0"/>
            </a:endParaRPr>
          </a:p>
          <a:p>
            <a:pPr algn="just"/>
            <a:endParaRPr lang="en-US" altLang="en-US" sz="1800" dirty="0">
              <a:solidFill>
                <a:schemeClr val="accent1">
                  <a:lumMod val="10000"/>
                </a:schemeClr>
              </a:solidFill>
              <a:latin typeface="Times New Roman" panose="02020603050405020304" pitchFamily="18" charset="0"/>
              <a:cs typeface="Times New Roman" panose="02020603050405020304" pitchFamily="18" charset="0"/>
            </a:endParaRPr>
          </a:p>
          <a:p>
            <a:pPr algn="just" eaLnBrk="0" hangingPunct="0">
              <a:lnSpc>
                <a:spcPct val="95000"/>
              </a:lnSpc>
            </a:pPr>
            <a:r>
              <a:rPr lang="en-US" altLang="en-US" sz="1800" b="1" dirty="0">
                <a:solidFill>
                  <a:schemeClr val="accent1">
                    <a:lumMod val="10000"/>
                  </a:schemeClr>
                </a:solidFill>
                <a:latin typeface="Times New Roman" panose="02020603050405020304" pitchFamily="18" charset="0"/>
                <a:cs typeface="Times New Roman" panose="02020603050405020304" pitchFamily="18" charset="0"/>
              </a:rPr>
              <a:t>SIFA</a:t>
            </a:r>
            <a:r>
              <a:rPr lang="en-US" altLang="en-US" sz="1800" dirty="0">
                <a:solidFill>
                  <a:schemeClr val="accent1">
                    <a:lumMod val="10000"/>
                  </a:schemeClr>
                </a:solidFill>
                <a:latin typeface="Times New Roman" panose="02020603050405020304" pitchFamily="18" charset="0"/>
                <a:cs typeface="Times New Roman" panose="02020603050405020304" pitchFamily="18" charset="0"/>
              </a:rPr>
              <a:t> exploits biased distributions caused by ineffective faults to recover secret keys.</a:t>
            </a:r>
          </a:p>
          <a:p>
            <a:pPr algn="just">
              <a:lnSpc>
                <a:spcPct val="95000"/>
              </a:lnSpc>
            </a:pPr>
            <a:r>
              <a:rPr lang="en-US" altLang="en-US" sz="1800" b="1" dirty="0">
                <a:solidFill>
                  <a:schemeClr val="accent1">
                    <a:lumMod val="10000"/>
                  </a:schemeClr>
                </a:solidFill>
                <a:latin typeface="Times New Roman" panose="02020603050405020304" pitchFamily="18" charset="0"/>
                <a:cs typeface="Times New Roman" panose="02020603050405020304" pitchFamily="18" charset="0"/>
              </a:rPr>
              <a:t>LIFA</a:t>
            </a:r>
            <a:r>
              <a:rPr lang="en-US" altLang="en-US" sz="1800" dirty="0">
                <a:solidFill>
                  <a:schemeClr val="accent1">
                    <a:lumMod val="10000"/>
                  </a:schemeClr>
                </a:solidFill>
                <a:latin typeface="Times New Roman" panose="02020603050405020304" pitchFamily="18" charset="0"/>
                <a:cs typeface="Times New Roman" panose="02020603050405020304" pitchFamily="18" charset="0"/>
              </a:rPr>
              <a:t> exploits deterministic relations between multiple intermediate values affected by a single fault.</a:t>
            </a:r>
          </a:p>
          <a:p>
            <a:pPr algn="just"/>
            <a:endParaRPr lang="en-US" altLang="en-US" sz="1800" dirty="0">
              <a:solidFill>
                <a:schemeClr val="accent1">
                  <a:lumMod val="10000"/>
                </a:schemeClr>
              </a:solidFill>
              <a:latin typeface="Times New Roman" panose="02020603050405020304" pitchFamily="18" charset="0"/>
              <a:cs typeface="Times New Roman" panose="02020603050405020304" pitchFamily="18" charset="0"/>
            </a:endParaRPr>
          </a:p>
          <a:p>
            <a:pPr algn="just"/>
            <a:endParaRPr lang="en-IN" sz="2000" dirty="0">
              <a:solidFill>
                <a:schemeClr val="accent1">
                  <a:lumMod val="10000"/>
                </a:schemeClr>
              </a:solidFill>
              <a:latin typeface="Times New Roman" panose="02020603050405020304" pitchFamily="18" charset="0"/>
              <a:cs typeface="Times New Roman" pitchFamily="18" charset="0"/>
            </a:endParaRPr>
          </a:p>
        </p:txBody>
      </p:sp>
      <p:pic>
        <p:nvPicPr>
          <p:cNvPr id="6" name="Picture 5">
            <a:extLst>
              <a:ext uri="{FF2B5EF4-FFF2-40B4-BE49-F238E27FC236}">
                <a16:creationId xmlns:a16="http://schemas.microsoft.com/office/drawing/2014/main" id="{324B3043-620F-DA7A-19BF-32BB7FFB1711}"/>
              </a:ext>
            </a:extLst>
          </p:cNvPr>
          <p:cNvPicPr>
            <a:picLocks noChangeAspect="1"/>
          </p:cNvPicPr>
          <p:nvPr/>
        </p:nvPicPr>
        <p:blipFill>
          <a:blip r:embed="rId6"/>
          <a:stretch>
            <a:fillRect/>
          </a:stretch>
        </p:blipFill>
        <p:spPr>
          <a:xfrm>
            <a:off x="565893" y="17177272"/>
            <a:ext cx="4000632" cy="416488"/>
          </a:xfrm>
          <a:prstGeom prst="rect">
            <a:avLst/>
          </a:prstGeom>
        </p:spPr>
      </p:pic>
      <p:pic>
        <p:nvPicPr>
          <p:cNvPr id="9" name="Picture 8">
            <a:extLst>
              <a:ext uri="{FF2B5EF4-FFF2-40B4-BE49-F238E27FC236}">
                <a16:creationId xmlns:a16="http://schemas.microsoft.com/office/drawing/2014/main" id="{C6C88ECB-3314-95B9-885F-C76710B1BD17}"/>
              </a:ext>
            </a:extLst>
          </p:cNvPr>
          <p:cNvPicPr>
            <a:picLocks noChangeAspect="1"/>
          </p:cNvPicPr>
          <p:nvPr/>
        </p:nvPicPr>
        <p:blipFill>
          <a:blip r:embed="rId7"/>
          <a:srcRect b="15103"/>
          <a:stretch/>
        </p:blipFill>
        <p:spPr>
          <a:xfrm>
            <a:off x="452068" y="14176604"/>
            <a:ext cx="4399700" cy="1457379"/>
          </a:xfrm>
          <a:prstGeom prst="rect">
            <a:avLst/>
          </a:prstGeom>
        </p:spPr>
      </p:pic>
      <p:sp>
        <p:nvSpPr>
          <p:cNvPr id="10" name="TextBox 5">
            <a:extLst>
              <a:ext uri="{FF2B5EF4-FFF2-40B4-BE49-F238E27FC236}">
                <a16:creationId xmlns:a16="http://schemas.microsoft.com/office/drawing/2014/main" id="{083D27EE-9B97-4618-049C-E2F70C20F7A8}"/>
              </a:ext>
            </a:extLst>
          </p:cNvPr>
          <p:cNvSpPr txBox="1">
            <a:spLocks noChangeArrowheads="1"/>
          </p:cNvSpPr>
          <p:nvPr/>
        </p:nvSpPr>
        <p:spPr bwMode="auto">
          <a:xfrm>
            <a:off x="1199242" y="15635187"/>
            <a:ext cx="27366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Narrow" pitchFamily="34" charset="0"/>
                <a:ea typeface="MS PGothic" pitchFamily="34" charset="-128"/>
              </a:defRPr>
            </a:lvl1pPr>
            <a:lvl2pPr marL="742950" indent="-285750" eaLnBrk="0" hangingPunct="0">
              <a:defRPr sz="1200">
                <a:solidFill>
                  <a:schemeClr val="tx1"/>
                </a:solidFill>
                <a:latin typeface="Arial Narrow" pitchFamily="34" charset="0"/>
                <a:ea typeface="MS PGothic" pitchFamily="34" charset="-128"/>
              </a:defRPr>
            </a:lvl2pPr>
            <a:lvl3pPr marL="1143000" indent="-228600" eaLnBrk="0" hangingPunct="0">
              <a:defRPr sz="1200">
                <a:solidFill>
                  <a:schemeClr val="tx1"/>
                </a:solidFill>
                <a:latin typeface="Arial Narrow" pitchFamily="34" charset="0"/>
                <a:ea typeface="MS PGothic" pitchFamily="34" charset="-128"/>
              </a:defRPr>
            </a:lvl3pPr>
            <a:lvl4pPr marL="1600200" indent="-228600" eaLnBrk="0" hangingPunct="0">
              <a:defRPr sz="1200">
                <a:solidFill>
                  <a:schemeClr val="tx1"/>
                </a:solidFill>
                <a:latin typeface="Arial Narrow" pitchFamily="34" charset="0"/>
                <a:ea typeface="MS PGothic" pitchFamily="34" charset="-128"/>
              </a:defRPr>
            </a:lvl4pPr>
            <a:lvl5pPr marL="2057400" indent="-228600" eaLnBrk="0" hangingPunct="0">
              <a:defRPr sz="1200">
                <a:solidFill>
                  <a:schemeClr val="tx1"/>
                </a:solidFill>
                <a:latin typeface="Arial Narrow" pitchFamily="34" charset="0"/>
                <a:ea typeface="MS PGothic" pitchFamily="34" charset="-128"/>
              </a:defRPr>
            </a:lvl5pPr>
            <a:lvl6pPr marL="2514600" indent="-228600"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eaLnBrk="1" hangingPunct="1"/>
            <a:r>
              <a:rPr lang="en-US" dirty="0"/>
              <a:t>Figure </a:t>
            </a:r>
            <a:r>
              <a:rPr lang="fa-IR" dirty="0"/>
              <a:t>2</a:t>
            </a:r>
            <a:r>
              <a:rPr lang="en-US" dirty="0"/>
              <a:t> Linked fault in the final round of DES</a:t>
            </a:r>
            <a:endParaRPr lang="en-IN" dirty="0"/>
          </a:p>
        </p:txBody>
      </p:sp>
      <p:sp>
        <p:nvSpPr>
          <p:cNvPr id="11" name="Text Box 473">
            <a:extLst>
              <a:ext uri="{FF2B5EF4-FFF2-40B4-BE49-F238E27FC236}">
                <a16:creationId xmlns:a16="http://schemas.microsoft.com/office/drawing/2014/main" id="{8F0D68C7-C389-690F-7DCC-F7BBEA440B87}"/>
              </a:ext>
            </a:extLst>
          </p:cNvPr>
          <p:cNvSpPr txBox="1">
            <a:spLocks noChangeArrowheads="1"/>
          </p:cNvSpPr>
          <p:nvPr/>
        </p:nvSpPr>
        <p:spPr bwMode="auto">
          <a:xfrm>
            <a:off x="323850" y="8297984"/>
            <a:ext cx="4656137" cy="40798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7390" tIns="18692" rIns="37390" bIns="18692">
            <a:spAutoFit/>
          </a:bodyPr>
          <a:lstStyle>
            <a:lvl1pPr defTabSz="373063" eaLnBrk="0" hangingPunct="0">
              <a:defRPr sz="1200">
                <a:solidFill>
                  <a:schemeClr val="tx1"/>
                </a:solidFill>
                <a:latin typeface="Arial Narrow" pitchFamily="34" charset="0"/>
                <a:ea typeface="MS PGothic" pitchFamily="34" charset="-128"/>
              </a:defRPr>
            </a:lvl1pPr>
            <a:lvl2pPr marL="742950" indent="-285750" defTabSz="373063" eaLnBrk="0" hangingPunct="0">
              <a:defRPr sz="1200">
                <a:solidFill>
                  <a:schemeClr val="tx1"/>
                </a:solidFill>
                <a:latin typeface="Arial Narrow" pitchFamily="34" charset="0"/>
                <a:ea typeface="MS PGothic" pitchFamily="34" charset="-128"/>
              </a:defRPr>
            </a:lvl2pPr>
            <a:lvl3pPr marL="1143000" indent="-228600" defTabSz="373063" eaLnBrk="0" hangingPunct="0">
              <a:defRPr sz="1200">
                <a:solidFill>
                  <a:schemeClr val="tx1"/>
                </a:solidFill>
                <a:latin typeface="Arial Narrow" pitchFamily="34" charset="0"/>
                <a:ea typeface="MS PGothic" pitchFamily="34" charset="-128"/>
              </a:defRPr>
            </a:lvl3pPr>
            <a:lvl4pPr marL="1600200" indent="-228600" defTabSz="373063" eaLnBrk="0" hangingPunct="0">
              <a:defRPr sz="1200">
                <a:solidFill>
                  <a:schemeClr val="tx1"/>
                </a:solidFill>
                <a:latin typeface="Arial Narrow" pitchFamily="34" charset="0"/>
                <a:ea typeface="MS PGothic" pitchFamily="34" charset="-128"/>
              </a:defRPr>
            </a:lvl4pPr>
            <a:lvl5pPr marL="2057400" indent="-228600" defTabSz="373063" eaLnBrk="0" hangingPunct="0">
              <a:defRPr sz="1200">
                <a:solidFill>
                  <a:schemeClr val="tx1"/>
                </a:solidFill>
                <a:latin typeface="Arial Narrow" pitchFamily="34" charset="0"/>
                <a:ea typeface="MS PGothic" pitchFamily="34" charset="-128"/>
              </a:defRPr>
            </a:lvl5pPr>
            <a:lvl6pPr marL="25146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defTabSz="373063"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algn="ctr">
              <a:spcBef>
                <a:spcPct val="50000"/>
              </a:spcBef>
            </a:pPr>
            <a:r>
              <a:rPr lang="en-US" altLang="en-US" sz="2400" b="1" dirty="0">
                <a:solidFill>
                  <a:schemeClr val="bg1"/>
                </a:solidFill>
                <a:latin typeface="Times New Roman" panose="02020603050405020304" pitchFamily="18" charset="0"/>
                <a:cs typeface="Times New Roman" panose="02020603050405020304" pitchFamily="18" charset="0"/>
              </a:rPr>
              <a:t>Background</a:t>
            </a:r>
          </a:p>
        </p:txBody>
      </p:sp>
      <p:pic>
        <p:nvPicPr>
          <p:cNvPr id="13" name="Picture 12">
            <a:extLst>
              <a:ext uri="{FF2B5EF4-FFF2-40B4-BE49-F238E27FC236}">
                <a16:creationId xmlns:a16="http://schemas.microsoft.com/office/drawing/2014/main" id="{58758FB8-A8FC-B684-EC8C-CECC3037DBA7}"/>
              </a:ext>
            </a:extLst>
          </p:cNvPr>
          <p:cNvPicPr>
            <a:picLocks noChangeAspect="1"/>
          </p:cNvPicPr>
          <p:nvPr/>
        </p:nvPicPr>
        <p:blipFill>
          <a:blip r:embed="rId8"/>
          <a:srcRect l="6970" b="15593"/>
          <a:stretch/>
        </p:blipFill>
        <p:spPr>
          <a:xfrm>
            <a:off x="5562228" y="3731432"/>
            <a:ext cx="4078287" cy="33549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a:extLst>
              <a:ext uri="{FF2B5EF4-FFF2-40B4-BE49-F238E27FC236}">
                <a16:creationId xmlns:a16="http://schemas.microsoft.com/office/drawing/2014/main" id="{9AA21544-74CD-011C-98F6-F7A99F499561}"/>
              </a:ext>
            </a:extLst>
          </p:cNvPr>
          <p:cNvPicPr>
            <a:picLocks noChangeAspect="1"/>
          </p:cNvPicPr>
          <p:nvPr/>
        </p:nvPicPr>
        <p:blipFill>
          <a:blip r:embed="rId9"/>
          <a:srcRect l="10845" b="19045"/>
          <a:stretch/>
        </p:blipFill>
        <p:spPr>
          <a:xfrm>
            <a:off x="5538574" y="7626251"/>
            <a:ext cx="4099931" cy="33549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Picture 14">
            <a:extLst>
              <a:ext uri="{FF2B5EF4-FFF2-40B4-BE49-F238E27FC236}">
                <a16:creationId xmlns:a16="http://schemas.microsoft.com/office/drawing/2014/main" id="{F9E05385-534F-E385-048B-AF7713601CA3}"/>
              </a:ext>
            </a:extLst>
          </p:cNvPr>
          <p:cNvPicPr>
            <a:picLocks noChangeAspect="1"/>
          </p:cNvPicPr>
          <p:nvPr/>
        </p:nvPicPr>
        <p:blipFill>
          <a:blip r:embed="rId10"/>
          <a:srcRect l="11376" r="201" b="19766"/>
          <a:stretch/>
        </p:blipFill>
        <p:spPr>
          <a:xfrm>
            <a:off x="5538574" y="11455771"/>
            <a:ext cx="4092135" cy="331781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Picture 17">
            <a:extLst>
              <a:ext uri="{FF2B5EF4-FFF2-40B4-BE49-F238E27FC236}">
                <a16:creationId xmlns:a16="http://schemas.microsoft.com/office/drawing/2014/main" id="{F7743DFA-4EAA-265C-B679-DBF53042E71E}"/>
              </a:ext>
            </a:extLst>
          </p:cNvPr>
          <p:cNvPicPr>
            <a:picLocks noChangeAspect="1"/>
          </p:cNvPicPr>
          <p:nvPr/>
        </p:nvPicPr>
        <p:blipFill>
          <a:blip r:embed="rId11"/>
          <a:stretch>
            <a:fillRect/>
          </a:stretch>
        </p:blipFill>
        <p:spPr>
          <a:xfrm>
            <a:off x="5323514" y="17655368"/>
            <a:ext cx="4475495" cy="2995917"/>
          </a:xfrm>
          <a:prstGeom prst="rect">
            <a:avLst/>
          </a:prstGeom>
        </p:spPr>
      </p:pic>
      <p:sp>
        <p:nvSpPr>
          <p:cNvPr id="19" name="TextBox 5">
            <a:extLst>
              <a:ext uri="{FF2B5EF4-FFF2-40B4-BE49-F238E27FC236}">
                <a16:creationId xmlns:a16="http://schemas.microsoft.com/office/drawing/2014/main" id="{D5F310CA-6EDE-3206-5850-B2D0DC8D20B9}"/>
              </a:ext>
            </a:extLst>
          </p:cNvPr>
          <p:cNvSpPr txBox="1">
            <a:spLocks noChangeArrowheads="1"/>
          </p:cNvSpPr>
          <p:nvPr/>
        </p:nvSpPr>
        <p:spPr bwMode="auto">
          <a:xfrm>
            <a:off x="6283330" y="11112917"/>
            <a:ext cx="30668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Narrow" pitchFamily="34" charset="0"/>
                <a:ea typeface="MS PGothic" pitchFamily="34" charset="-128"/>
              </a:defRPr>
            </a:lvl1pPr>
            <a:lvl2pPr marL="742950" indent="-285750" eaLnBrk="0" hangingPunct="0">
              <a:defRPr sz="1200">
                <a:solidFill>
                  <a:schemeClr val="tx1"/>
                </a:solidFill>
                <a:latin typeface="Arial Narrow" pitchFamily="34" charset="0"/>
                <a:ea typeface="MS PGothic" pitchFamily="34" charset="-128"/>
              </a:defRPr>
            </a:lvl2pPr>
            <a:lvl3pPr marL="1143000" indent="-228600" eaLnBrk="0" hangingPunct="0">
              <a:defRPr sz="1200">
                <a:solidFill>
                  <a:schemeClr val="tx1"/>
                </a:solidFill>
                <a:latin typeface="Arial Narrow" pitchFamily="34" charset="0"/>
                <a:ea typeface="MS PGothic" pitchFamily="34" charset="-128"/>
              </a:defRPr>
            </a:lvl3pPr>
            <a:lvl4pPr marL="1600200" indent="-228600" eaLnBrk="0" hangingPunct="0">
              <a:defRPr sz="1200">
                <a:solidFill>
                  <a:schemeClr val="tx1"/>
                </a:solidFill>
                <a:latin typeface="Arial Narrow" pitchFamily="34" charset="0"/>
                <a:ea typeface="MS PGothic" pitchFamily="34" charset="-128"/>
              </a:defRPr>
            </a:lvl4pPr>
            <a:lvl5pPr marL="2057400" indent="-228600" eaLnBrk="0" hangingPunct="0">
              <a:defRPr sz="1200">
                <a:solidFill>
                  <a:schemeClr val="tx1"/>
                </a:solidFill>
                <a:latin typeface="Arial Narrow" pitchFamily="34" charset="0"/>
                <a:ea typeface="MS PGothic" pitchFamily="34" charset="-128"/>
              </a:defRPr>
            </a:lvl5pPr>
            <a:lvl6pPr marL="2514600" indent="-228600"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eaLnBrk="1" hangingPunct="1"/>
            <a:r>
              <a:rPr lang="en-US" dirty="0"/>
              <a:t>Figure 4  key recovery  in presence of missed faults</a:t>
            </a:r>
            <a:endParaRPr lang="en-IN" dirty="0"/>
          </a:p>
        </p:txBody>
      </p:sp>
      <p:sp>
        <p:nvSpPr>
          <p:cNvPr id="20" name="TextBox 5">
            <a:extLst>
              <a:ext uri="{FF2B5EF4-FFF2-40B4-BE49-F238E27FC236}">
                <a16:creationId xmlns:a16="http://schemas.microsoft.com/office/drawing/2014/main" id="{19DBB9D4-BAE9-D71F-EF3B-4C51C65A0C54}"/>
              </a:ext>
            </a:extLst>
          </p:cNvPr>
          <p:cNvSpPr txBox="1">
            <a:spLocks noChangeArrowheads="1"/>
          </p:cNvSpPr>
          <p:nvPr/>
        </p:nvSpPr>
        <p:spPr bwMode="auto">
          <a:xfrm>
            <a:off x="6628989" y="14905294"/>
            <a:ext cx="19447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Narrow" pitchFamily="34" charset="0"/>
                <a:ea typeface="MS PGothic" pitchFamily="34" charset="-128"/>
              </a:defRPr>
            </a:lvl1pPr>
            <a:lvl2pPr marL="742950" indent="-285750" eaLnBrk="0" hangingPunct="0">
              <a:defRPr sz="1200">
                <a:solidFill>
                  <a:schemeClr val="tx1"/>
                </a:solidFill>
                <a:latin typeface="Arial Narrow" pitchFamily="34" charset="0"/>
                <a:ea typeface="MS PGothic" pitchFamily="34" charset="-128"/>
              </a:defRPr>
            </a:lvl2pPr>
            <a:lvl3pPr marL="1143000" indent="-228600" eaLnBrk="0" hangingPunct="0">
              <a:defRPr sz="1200">
                <a:solidFill>
                  <a:schemeClr val="tx1"/>
                </a:solidFill>
                <a:latin typeface="Arial Narrow" pitchFamily="34" charset="0"/>
                <a:ea typeface="MS PGothic" pitchFamily="34" charset="-128"/>
              </a:defRPr>
            </a:lvl3pPr>
            <a:lvl4pPr marL="1600200" indent="-228600" eaLnBrk="0" hangingPunct="0">
              <a:defRPr sz="1200">
                <a:solidFill>
                  <a:schemeClr val="tx1"/>
                </a:solidFill>
                <a:latin typeface="Arial Narrow" pitchFamily="34" charset="0"/>
                <a:ea typeface="MS PGothic" pitchFamily="34" charset="-128"/>
              </a:defRPr>
            </a:lvl4pPr>
            <a:lvl5pPr marL="2057400" indent="-228600" eaLnBrk="0" hangingPunct="0">
              <a:defRPr sz="1200">
                <a:solidFill>
                  <a:schemeClr val="tx1"/>
                </a:solidFill>
                <a:latin typeface="Arial Narrow" pitchFamily="34" charset="0"/>
                <a:ea typeface="MS PGothic" pitchFamily="34" charset="-128"/>
              </a:defRPr>
            </a:lvl5pPr>
            <a:lvl6pPr marL="2514600" indent="-228600"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eaLnBrk="1" hangingPunct="1"/>
            <a:r>
              <a:rPr lang="en-US" dirty="0">
                <a:latin typeface="Times New Roman" panose="02020603050405020304" pitchFamily="18" charset="0"/>
                <a:cs typeface="Times New Roman" panose="02020603050405020304" pitchFamily="18" charset="0"/>
              </a:rPr>
              <a:t>Figure 5 Success probability</a:t>
            </a:r>
            <a:endParaRPr lang="en-IN" dirty="0">
              <a:latin typeface="Times New Roman" panose="02020603050405020304" pitchFamily="18" charset="0"/>
              <a:cs typeface="Times New Roman" panose="02020603050405020304" pitchFamily="18" charset="0"/>
            </a:endParaRPr>
          </a:p>
        </p:txBody>
      </p:sp>
      <p:sp>
        <p:nvSpPr>
          <p:cNvPr id="21" name="TextBox 5">
            <a:extLst>
              <a:ext uri="{FF2B5EF4-FFF2-40B4-BE49-F238E27FC236}">
                <a16:creationId xmlns:a16="http://schemas.microsoft.com/office/drawing/2014/main" id="{F8F14B24-C77B-42C9-8CD5-9DB2EE2406B6}"/>
              </a:ext>
            </a:extLst>
          </p:cNvPr>
          <p:cNvSpPr txBox="1">
            <a:spLocks noChangeArrowheads="1"/>
          </p:cNvSpPr>
          <p:nvPr/>
        </p:nvSpPr>
        <p:spPr bwMode="auto">
          <a:xfrm>
            <a:off x="6283329" y="7218098"/>
            <a:ext cx="30856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Narrow" pitchFamily="34" charset="0"/>
                <a:ea typeface="MS PGothic" pitchFamily="34" charset="-128"/>
              </a:defRPr>
            </a:lvl1pPr>
            <a:lvl2pPr marL="742950" indent="-285750" eaLnBrk="0" hangingPunct="0">
              <a:defRPr sz="1200">
                <a:solidFill>
                  <a:schemeClr val="tx1"/>
                </a:solidFill>
                <a:latin typeface="Arial Narrow" pitchFamily="34" charset="0"/>
                <a:ea typeface="MS PGothic" pitchFamily="34" charset="-128"/>
              </a:defRPr>
            </a:lvl2pPr>
            <a:lvl3pPr marL="1143000" indent="-228600" eaLnBrk="0" hangingPunct="0">
              <a:defRPr sz="1200">
                <a:solidFill>
                  <a:schemeClr val="tx1"/>
                </a:solidFill>
                <a:latin typeface="Arial Narrow" pitchFamily="34" charset="0"/>
                <a:ea typeface="MS PGothic" pitchFamily="34" charset="-128"/>
              </a:defRPr>
            </a:lvl3pPr>
            <a:lvl4pPr marL="1600200" indent="-228600" eaLnBrk="0" hangingPunct="0">
              <a:defRPr sz="1200">
                <a:solidFill>
                  <a:schemeClr val="tx1"/>
                </a:solidFill>
                <a:latin typeface="Arial Narrow" pitchFamily="34" charset="0"/>
                <a:ea typeface="MS PGothic" pitchFamily="34" charset="-128"/>
              </a:defRPr>
            </a:lvl4pPr>
            <a:lvl5pPr marL="2057400" indent="-228600" eaLnBrk="0" hangingPunct="0">
              <a:defRPr sz="1200">
                <a:solidFill>
                  <a:schemeClr val="tx1"/>
                </a:solidFill>
                <a:latin typeface="Arial Narrow" pitchFamily="34" charset="0"/>
                <a:ea typeface="MS PGothic" pitchFamily="34" charset="-128"/>
              </a:defRPr>
            </a:lvl5pPr>
            <a:lvl6pPr marL="2514600" indent="-228600"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eaLnBrk="1" hangingPunct="1"/>
            <a:r>
              <a:rPr lang="en-US" dirty="0"/>
              <a:t>Figure 3 Comparison SIFA and LIFA in key recovery</a:t>
            </a:r>
            <a:endParaRPr lang="en-IN" dirty="0"/>
          </a:p>
        </p:txBody>
      </p:sp>
      <p:sp>
        <p:nvSpPr>
          <p:cNvPr id="25" name="TextBox 5">
            <a:extLst>
              <a:ext uri="{FF2B5EF4-FFF2-40B4-BE49-F238E27FC236}">
                <a16:creationId xmlns:a16="http://schemas.microsoft.com/office/drawing/2014/main" id="{80BEF2DA-6760-6C66-3933-D9F0659B0EBD}"/>
              </a:ext>
            </a:extLst>
          </p:cNvPr>
          <p:cNvSpPr txBox="1">
            <a:spLocks noChangeArrowheads="1"/>
          </p:cNvSpPr>
          <p:nvPr/>
        </p:nvSpPr>
        <p:spPr bwMode="auto">
          <a:xfrm>
            <a:off x="6440423" y="20611535"/>
            <a:ext cx="28156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Narrow" pitchFamily="34" charset="0"/>
                <a:ea typeface="MS PGothic" pitchFamily="34" charset="-128"/>
              </a:defRPr>
            </a:lvl1pPr>
            <a:lvl2pPr marL="742950" indent="-285750" eaLnBrk="0" hangingPunct="0">
              <a:defRPr sz="1200">
                <a:solidFill>
                  <a:schemeClr val="tx1"/>
                </a:solidFill>
                <a:latin typeface="Arial Narrow" pitchFamily="34" charset="0"/>
                <a:ea typeface="MS PGothic" pitchFamily="34" charset="-128"/>
              </a:defRPr>
            </a:lvl2pPr>
            <a:lvl3pPr marL="1143000" indent="-228600" eaLnBrk="0" hangingPunct="0">
              <a:defRPr sz="1200">
                <a:solidFill>
                  <a:schemeClr val="tx1"/>
                </a:solidFill>
                <a:latin typeface="Arial Narrow" pitchFamily="34" charset="0"/>
                <a:ea typeface="MS PGothic" pitchFamily="34" charset="-128"/>
              </a:defRPr>
            </a:lvl3pPr>
            <a:lvl4pPr marL="1600200" indent="-228600" eaLnBrk="0" hangingPunct="0">
              <a:defRPr sz="1200">
                <a:solidFill>
                  <a:schemeClr val="tx1"/>
                </a:solidFill>
                <a:latin typeface="Arial Narrow" pitchFamily="34" charset="0"/>
                <a:ea typeface="MS PGothic" pitchFamily="34" charset="-128"/>
              </a:defRPr>
            </a:lvl4pPr>
            <a:lvl5pPr marL="2057400" indent="-228600" eaLnBrk="0" hangingPunct="0">
              <a:defRPr sz="1200">
                <a:solidFill>
                  <a:schemeClr val="tx1"/>
                </a:solidFill>
                <a:latin typeface="Arial Narrow" pitchFamily="34" charset="0"/>
                <a:ea typeface="MS PGothic" pitchFamily="34" charset="-128"/>
              </a:defRPr>
            </a:lvl5pPr>
            <a:lvl6pPr marL="2514600" indent="-228600"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eaLnBrk="1" hangingPunct="1"/>
            <a:r>
              <a:rPr lang="en-US" dirty="0"/>
              <a:t>Table 1 Statistical characterization of outcomes</a:t>
            </a:r>
            <a:endParaRPr lang="en-IN" dirty="0"/>
          </a:p>
        </p:txBody>
      </p:sp>
      <p:pic>
        <p:nvPicPr>
          <p:cNvPr id="28" name="Picture 27">
            <a:extLst>
              <a:ext uri="{FF2B5EF4-FFF2-40B4-BE49-F238E27FC236}">
                <a16:creationId xmlns:a16="http://schemas.microsoft.com/office/drawing/2014/main" id="{AA566EB1-76ED-8DF6-52E4-53A847C2DFBC}"/>
              </a:ext>
            </a:extLst>
          </p:cNvPr>
          <p:cNvPicPr>
            <a:picLocks noChangeAspect="1"/>
          </p:cNvPicPr>
          <p:nvPr/>
        </p:nvPicPr>
        <p:blipFill>
          <a:blip r:embed="rId12"/>
          <a:stretch>
            <a:fillRect/>
          </a:stretch>
        </p:blipFill>
        <p:spPr>
          <a:xfrm>
            <a:off x="10476843" y="3606182"/>
            <a:ext cx="3956503" cy="1860178"/>
          </a:xfrm>
          <a:prstGeom prst="rect">
            <a:avLst/>
          </a:prstGeom>
          <a:ln>
            <a:noFill/>
          </a:ln>
          <a:effectLst>
            <a:outerShdw blurRad="292100" dist="139700" dir="2700000" algn="tl" rotWithShape="0">
              <a:srgbClr val="333333">
                <a:alpha val="65000"/>
              </a:srgbClr>
            </a:outerShdw>
          </a:effectLst>
        </p:spPr>
      </p:pic>
      <p:sp>
        <p:nvSpPr>
          <p:cNvPr id="29" name="Text Box 565">
            <a:extLst>
              <a:ext uri="{FF2B5EF4-FFF2-40B4-BE49-F238E27FC236}">
                <a16:creationId xmlns:a16="http://schemas.microsoft.com/office/drawing/2014/main" id="{4C9E1FA7-09E7-F610-635E-E2AC309903CF}"/>
              </a:ext>
            </a:extLst>
          </p:cNvPr>
          <p:cNvSpPr txBox="1">
            <a:spLocks noChangeArrowheads="1"/>
          </p:cNvSpPr>
          <p:nvPr/>
        </p:nvSpPr>
        <p:spPr bwMode="auto">
          <a:xfrm>
            <a:off x="10066564" y="5660466"/>
            <a:ext cx="4732111" cy="619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87308" tIns="187308" rIns="187308" bIns="187308">
            <a:spAutoFit/>
          </a:bodyPr>
          <a:lstStyle>
            <a:lvl1pPr defTabSz="1797050" eaLnBrk="0" hangingPunct="0">
              <a:defRPr sz="1200">
                <a:solidFill>
                  <a:schemeClr val="tx1"/>
                </a:solidFill>
                <a:latin typeface="Arial Narrow" pitchFamily="34" charset="0"/>
                <a:ea typeface="MS PGothic" pitchFamily="34" charset="-128"/>
              </a:defRPr>
            </a:lvl1pPr>
            <a:lvl2pPr marL="742950" indent="-285750" defTabSz="1797050" eaLnBrk="0" hangingPunct="0">
              <a:defRPr sz="1200">
                <a:solidFill>
                  <a:schemeClr val="tx1"/>
                </a:solidFill>
                <a:latin typeface="Arial Narrow" pitchFamily="34" charset="0"/>
                <a:ea typeface="MS PGothic" pitchFamily="34" charset="-128"/>
              </a:defRPr>
            </a:lvl2pPr>
            <a:lvl3pPr marL="1143000" indent="-228600" defTabSz="1797050" eaLnBrk="0" hangingPunct="0">
              <a:defRPr sz="1200">
                <a:solidFill>
                  <a:schemeClr val="tx1"/>
                </a:solidFill>
                <a:latin typeface="Arial Narrow" pitchFamily="34" charset="0"/>
                <a:ea typeface="MS PGothic" pitchFamily="34" charset="-128"/>
              </a:defRPr>
            </a:lvl3pPr>
            <a:lvl4pPr marL="1600200" indent="-228600" defTabSz="1797050" eaLnBrk="0" hangingPunct="0">
              <a:defRPr sz="1200">
                <a:solidFill>
                  <a:schemeClr val="tx1"/>
                </a:solidFill>
                <a:latin typeface="Arial Narrow" pitchFamily="34" charset="0"/>
                <a:ea typeface="MS PGothic" pitchFamily="34" charset="-128"/>
              </a:defRPr>
            </a:lvl4pPr>
            <a:lvl5pPr marL="2057400" indent="-228600" defTabSz="1797050" eaLnBrk="0" hangingPunct="0">
              <a:defRPr sz="1200">
                <a:solidFill>
                  <a:schemeClr val="tx1"/>
                </a:solidFill>
                <a:latin typeface="Arial Narrow" pitchFamily="34" charset="0"/>
                <a:ea typeface="MS PGothic" pitchFamily="34" charset="-128"/>
              </a:defRPr>
            </a:lvl5pPr>
            <a:lvl6pPr marL="2514600" indent="-228600" defTabSz="1797050"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defTabSz="1797050"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defTabSz="1797050"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defTabSz="1797050"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algn="just"/>
            <a:r>
              <a:rPr lang="en-US" sz="1800" dirty="0">
                <a:solidFill>
                  <a:schemeClr val="tx2"/>
                </a:solidFill>
                <a:latin typeface="Times New Roman" pitchFamily="18" charset="0"/>
                <a:cs typeface="Times New Roman" pitchFamily="18" charset="0"/>
              </a:rPr>
              <a:t>The DES encryption is implemented on an ATmega328P microcontroller, which serves as the target device under test. Fault injection is managed by an external FPGA platform that provides fine-grained timing control over the execution of encryption rounds. The FPGA overrides the internal clock source of the microcontroller with an externally generated clock signal and injects precisely timed frequency-glitch perturbations within a programmable temporal window. The host computer communicates with the FPGA to configure the glitch parameters, including the trigger position and offset relative to the encryption start event, and to automate fault-injection campaigns.</a:t>
            </a:r>
          </a:p>
          <a:p>
            <a:pPr algn="just"/>
            <a:r>
              <a:rPr lang="en-US" sz="1800" dirty="0">
                <a:solidFill>
                  <a:schemeClr val="tx2"/>
                </a:solidFill>
                <a:latin typeface="Times New Roman" pitchFamily="18" charset="0"/>
                <a:cs typeface="Times New Roman" pitchFamily="18" charset="0"/>
              </a:rPr>
              <a:t>Ciphertexts corresponding to both effective and ineffective encryptions are retrieved through the Arduino serial interface and logged for offline LIFA processing and statistical analysis.</a:t>
            </a:r>
            <a:endParaRPr lang="en-IN" sz="1800" dirty="0">
              <a:solidFill>
                <a:schemeClr val="tx2"/>
              </a:solidFill>
              <a:latin typeface="Times New Roman" pitchFamily="18" charset="0"/>
              <a:cs typeface="Times New Roman" pitchFamily="18" charset="0"/>
            </a:endParaRPr>
          </a:p>
        </p:txBody>
      </p:sp>
      <p:sp>
        <p:nvSpPr>
          <p:cNvPr id="30" name="TextBox 5">
            <a:extLst>
              <a:ext uri="{FF2B5EF4-FFF2-40B4-BE49-F238E27FC236}">
                <a16:creationId xmlns:a16="http://schemas.microsoft.com/office/drawing/2014/main" id="{26A14904-74AB-7863-F549-A25C1679C392}"/>
              </a:ext>
            </a:extLst>
          </p:cNvPr>
          <p:cNvSpPr txBox="1">
            <a:spLocks noChangeArrowheads="1"/>
          </p:cNvSpPr>
          <p:nvPr/>
        </p:nvSpPr>
        <p:spPr bwMode="auto">
          <a:xfrm>
            <a:off x="11644361" y="5569074"/>
            <a:ext cx="159851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Arial Narrow" pitchFamily="34" charset="0"/>
                <a:ea typeface="MS PGothic" pitchFamily="34" charset="-128"/>
              </a:defRPr>
            </a:lvl1pPr>
            <a:lvl2pPr marL="742950" indent="-285750" eaLnBrk="0" hangingPunct="0">
              <a:defRPr sz="1200">
                <a:solidFill>
                  <a:schemeClr val="tx1"/>
                </a:solidFill>
                <a:latin typeface="Arial Narrow" pitchFamily="34" charset="0"/>
                <a:ea typeface="MS PGothic" pitchFamily="34" charset="-128"/>
              </a:defRPr>
            </a:lvl2pPr>
            <a:lvl3pPr marL="1143000" indent="-228600" eaLnBrk="0" hangingPunct="0">
              <a:defRPr sz="1200">
                <a:solidFill>
                  <a:schemeClr val="tx1"/>
                </a:solidFill>
                <a:latin typeface="Arial Narrow" pitchFamily="34" charset="0"/>
                <a:ea typeface="MS PGothic" pitchFamily="34" charset="-128"/>
              </a:defRPr>
            </a:lvl3pPr>
            <a:lvl4pPr marL="1600200" indent="-228600" eaLnBrk="0" hangingPunct="0">
              <a:defRPr sz="1200">
                <a:solidFill>
                  <a:schemeClr val="tx1"/>
                </a:solidFill>
                <a:latin typeface="Arial Narrow" pitchFamily="34" charset="0"/>
                <a:ea typeface="MS PGothic" pitchFamily="34" charset="-128"/>
              </a:defRPr>
            </a:lvl4pPr>
            <a:lvl5pPr marL="2057400" indent="-228600" eaLnBrk="0" hangingPunct="0">
              <a:defRPr sz="1200">
                <a:solidFill>
                  <a:schemeClr val="tx1"/>
                </a:solidFill>
                <a:latin typeface="Arial Narrow" pitchFamily="34" charset="0"/>
                <a:ea typeface="MS PGothic" pitchFamily="34" charset="-128"/>
              </a:defRPr>
            </a:lvl5pPr>
            <a:lvl6pPr marL="2514600" indent="-228600" eaLnBrk="0" fontAlgn="base" hangingPunct="0">
              <a:spcBef>
                <a:spcPct val="0"/>
              </a:spcBef>
              <a:spcAft>
                <a:spcPct val="0"/>
              </a:spcAft>
              <a:defRPr sz="1200">
                <a:solidFill>
                  <a:schemeClr val="tx1"/>
                </a:solidFill>
                <a:latin typeface="Arial Narrow" pitchFamily="34" charset="0"/>
                <a:ea typeface="MS PGothic" pitchFamily="34" charset="-128"/>
              </a:defRPr>
            </a:lvl6pPr>
            <a:lvl7pPr marL="2971800" indent="-228600" eaLnBrk="0" fontAlgn="base" hangingPunct="0">
              <a:spcBef>
                <a:spcPct val="0"/>
              </a:spcBef>
              <a:spcAft>
                <a:spcPct val="0"/>
              </a:spcAft>
              <a:defRPr sz="1200">
                <a:solidFill>
                  <a:schemeClr val="tx1"/>
                </a:solidFill>
                <a:latin typeface="Arial Narrow" pitchFamily="34" charset="0"/>
                <a:ea typeface="MS PGothic" pitchFamily="34" charset="-128"/>
              </a:defRPr>
            </a:lvl7pPr>
            <a:lvl8pPr marL="3429000" indent="-228600" eaLnBrk="0" fontAlgn="base" hangingPunct="0">
              <a:spcBef>
                <a:spcPct val="0"/>
              </a:spcBef>
              <a:spcAft>
                <a:spcPct val="0"/>
              </a:spcAft>
              <a:defRPr sz="1200">
                <a:solidFill>
                  <a:schemeClr val="tx1"/>
                </a:solidFill>
                <a:latin typeface="Arial Narrow" pitchFamily="34" charset="0"/>
                <a:ea typeface="MS PGothic" pitchFamily="34" charset="-128"/>
              </a:defRPr>
            </a:lvl8pPr>
            <a:lvl9pPr marL="3886200" indent="-228600" eaLnBrk="0" fontAlgn="base" hangingPunct="0">
              <a:spcBef>
                <a:spcPct val="0"/>
              </a:spcBef>
              <a:spcAft>
                <a:spcPct val="0"/>
              </a:spcAft>
              <a:defRPr sz="1200">
                <a:solidFill>
                  <a:schemeClr val="tx1"/>
                </a:solidFill>
                <a:latin typeface="Arial Narrow" pitchFamily="34" charset="0"/>
                <a:ea typeface="MS PGothic" pitchFamily="34" charset="-128"/>
              </a:defRPr>
            </a:lvl9pPr>
          </a:lstStyle>
          <a:p>
            <a:pPr eaLnBrk="1" hangingPunct="1"/>
            <a:r>
              <a:rPr lang="en-US" dirty="0"/>
              <a:t>Figure 6 Hardware Setup</a:t>
            </a:r>
            <a:endParaRPr lang="en-IN" dirty="0"/>
          </a:p>
        </p:txBody>
      </p:sp>
    </p:spTree>
  </p:cSld>
  <p:clrMapOvr>
    <a:masterClrMapping/>
  </p:clrMapOvr>
</p:sld>
</file>

<file path=ppt/theme/theme1.xml><?xml version="1.0" encoding="utf-8"?>
<a:theme xmlns:a="http://schemas.openxmlformats.org/drawingml/2006/main" name="Custom Design">
  <a:themeElements>
    <a:clrScheme name="ResearchPosters Default">
      <a:dk1>
        <a:srgbClr val="1BADCF"/>
      </a:dk1>
      <a:lt1>
        <a:srgbClr val="FFFFFF"/>
      </a:lt1>
      <a:dk2>
        <a:srgbClr val="000000"/>
      </a:dk2>
      <a:lt2>
        <a:srgbClr val="F4F1E9"/>
      </a:lt2>
      <a:accent1>
        <a:srgbClr val="D7D7D7"/>
      </a:accent1>
      <a:accent2>
        <a:srgbClr val="0D5667"/>
      </a:accent2>
      <a:accent3>
        <a:srgbClr val="14819B"/>
      </a:accent3>
      <a:accent4>
        <a:srgbClr val="000000"/>
      </a:accent4>
      <a:accent5>
        <a:srgbClr val="CEF0F8"/>
      </a:accent5>
      <a:accent6>
        <a:srgbClr val="BF9000"/>
      </a:accent6>
      <a:hlink>
        <a:srgbClr val="6CD3EB"/>
      </a:hlink>
      <a:folHlink>
        <a:srgbClr val="FFC0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Default">
      <a:dk1>
        <a:srgbClr val="1BADCF"/>
      </a:dk1>
      <a:lt1>
        <a:srgbClr val="FFFFFF"/>
      </a:lt1>
      <a:dk2>
        <a:srgbClr val="000000"/>
      </a:dk2>
      <a:lt2>
        <a:srgbClr val="F4F1E9"/>
      </a:lt2>
      <a:accent1>
        <a:srgbClr val="D7D7D7"/>
      </a:accent1>
      <a:accent2>
        <a:srgbClr val="003466"/>
      </a:accent2>
      <a:accent3>
        <a:srgbClr val="D2D9E1"/>
      </a:accent3>
      <a:accent4>
        <a:srgbClr val="000000"/>
      </a:accent4>
      <a:accent5>
        <a:srgbClr val="CEF0F8"/>
      </a:accent5>
      <a:accent6>
        <a:srgbClr val="002E5C"/>
      </a:accent6>
      <a:hlink>
        <a:srgbClr val="6CD3EB"/>
      </a:hlink>
      <a:folHlink>
        <a:srgbClr val="FFC000"/>
      </a:folHlink>
    </a:clrScheme>
    <a:fontScheme name="1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1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Default">
      <a:dk1>
        <a:srgbClr val="1BADCF"/>
      </a:dk1>
      <a:lt1>
        <a:srgbClr val="FFFFFF"/>
      </a:lt1>
      <a:dk2>
        <a:srgbClr val="000000"/>
      </a:dk2>
      <a:lt2>
        <a:srgbClr val="F4F1E9"/>
      </a:lt2>
      <a:accent1>
        <a:srgbClr val="D7D7D7"/>
      </a:accent1>
      <a:accent2>
        <a:srgbClr val="003466"/>
      </a:accent2>
      <a:accent3>
        <a:srgbClr val="D2D9E1"/>
      </a:accent3>
      <a:accent4>
        <a:srgbClr val="000000"/>
      </a:accent4>
      <a:accent5>
        <a:srgbClr val="CEF0F8"/>
      </a:accent5>
      <a:accent6>
        <a:srgbClr val="002E5C"/>
      </a:accent6>
      <a:hlink>
        <a:srgbClr val="6CD3EB"/>
      </a:hlink>
      <a:folHlink>
        <a:srgbClr val="FFC000"/>
      </a:folHlink>
    </a:clrScheme>
    <a:fontScheme name="2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2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9562</TotalTime>
  <Words>760</Words>
  <Application>Microsoft Office PowerPoint</Application>
  <PresentationFormat>Custom</PresentationFormat>
  <Paragraphs>59</Paragraphs>
  <Slides>1</Slides>
  <Notes>1</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vt:i4>
      </vt:variant>
    </vt:vector>
  </HeadingPairs>
  <TitlesOfParts>
    <vt:vector size="8" baseType="lpstr">
      <vt:lpstr>Arial</vt:lpstr>
      <vt:lpstr>Arial Black</vt:lpstr>
      <vt:lpstr>Arial Narrow</vt:lpstr>
      <vt:lpstr>Times New Roman</vt:lpstr>
      <vt:lpstr>Custom Design</vt:lpstr>
      <vt:lpstr>1_Custom Design</vt:lpstr>
      <vt:lpstr>2_Custom Design</vt:lpstr>
      <vt:lpstr>PowerPoint Presentation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A2 Portrait Poster Template</dc:title>
  <dc:subject>Free PowerPoint poster templates</dc:subject>
  <dc:creator>Copywrite Digital - Tralee - 066 7128671</dc:creator>
  <cp:keywords>poster presentation, poster design, poster template</cp:keywords>
  <cp:lastModifiedBy>وحید سلیمانی حصاری</cp:lastModifiedBy>
  <cp:revision>276</cp:revision>
  <cp:lastPrinted>2009-11-10T08:04:03Z</cp:lastPrinted>
  <dcterms:created xsi:type="dcterms:W3CDTF">2009-11-10T07:29:27Z</dcterms:created>
  <dcterms:modified xsi:type="dcterms:W3CDTF">2025-12-27T12:17:07Z</dcterms:modified>
  <cp:category>Powerpoint poster templates</cp:category>
</cp:coreProperties>
</file>